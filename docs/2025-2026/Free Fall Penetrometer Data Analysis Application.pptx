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0_3780F7D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handoutMasterIdLst>
    <p:handoutMasterId r:id="rId8"/>
  </p:handoutMasterIdLst>
  <p:sldIdLst>
    <p:sldId id="256" r:id="rId5"/>
    <p:sldId id="257" r:id="rId6"/>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D1C9F8-0B4F-C99E-1AD9-EC29A1470611}" name="Julie Paprocki" initials="JP" userId="S::jp1709@usnh.edu::c8ca0e01-012a-4830-80fe-b6b1a23937b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CA3CB-2FD3-2ACA-0D1F-FD0F7B3C7293}" v="5" dt="2026-04-06T20:17:43.505"/>
    <p1510:client id="{1B8E965D-0EC6-C875-96C7-5122DC3954FE}" v="56" dt="2026-04-06T18:22:44.463"/>
    <p1510:client id="{1F8984D2-3DE6-4E56-97F8-B50EE0A75E91}" v="344" dt="2026-04-06T18:49:57.256"/>
    <p1510:client id="{29A61CEC-A45E-2558-A06A-463429ED866F}" v="17" dt="2026-04-06T18:24:41.875"/>
    <p1510:client id="{31AAFC83-5557-0B9B-98D5-A9F82D7DD1D9}" v="1" dt="2026-04-06T18:50:12.993"/>
    <p1510:client id="{436B09CC-A4C1-CBF8-034D-B7EB2282DFFF}" v="5" dt="2026-04-06T18:24:24.650"/>
    <p1510:client id="{5B837014-2C44-14E4-54F9-C08BF836A171}" v="3" dt="2026-04-07T00:15:35.931"/>
    <p1510:client id="{7DBF4328-C000-C600-BE7C-45B8FACE4C51}" v="4" dt="2026-04-06T18:20:53.357"/>
    <p1510:client id="{8A7E9A4B-3DA7-06F2-025D-0B1A8BBF4AAB}" v="35" dt="2026-04-06T20:15:08.354"/>
    <p1510:client id="{8BA81909-D2D5-BABF-2D34-3360C79C84CA}" v="13" dt="2026-04-06T18:48:04.850"/>
    <p1510:client id="{96BD018F-0BAC-42C5-974A-807649D8D934}" v="21" dt="2026-04-06T18:27:39.774"/>
    <p1510:client id="{EF14B84B-2A4C-6CC4-0A57-988666362310}" v="20" dt="2026-04-06T18:45:42.04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13824"/>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Snider" userId="S::ajs1479@usnh.edu::5fbf3269-7d01-4f25-8a7f-351f466f6a21" providerId="AD" clId="Web-{7DBF4328-C000-C600-BE7C-45B8FACE4C51}"/>
    <pc:docChg chg="modSld">
      <pc:chgData name="Anthony Snider" userId="S::ajs1479@usnh.edu::5fbf3269-7d01-4f25-8a7f-351f466f6a21" providerId="AD" clId="Web-{7DBF4328-C000-C600-BE7C-45B8FACE4C51}" dt="2026-04-06T18:20:53.357" v="3" actId="1076"/>
      <pc:docMkLst>
        <pc:docMk/>
      </pc:docMkLst>
      <pc:sldChg chg="delSp modSp">
        <pc:chgData name="Anthony Snider" userId="S::ajs1479@usnh.edu::5fbf3269-7d01-4f25-8a7f-351f466f6a21" providerId="AD" clId="Web-{7DBF4328-C000-C600-BE7C-45B8FACE4C51}" dt="2026-04-06T18:20:53.357" v="3" actId="1076"/>
        <pc:sldMkLst>
          <pc:docMk/>
          <pc:sldMk cId="931198942" sldId="256"/>
        </pc:sldMkLst>
        <pc:spChg chg="mod">
          <ac:chgData name="Anthony Snider" userId="S::ajs1479@usnh.edu::5fbf3269-7d01-4f25-8a7f-351f466f6a21" providerId="AD" clId="Web-{7DBF4328-C000-C600-BE7C-45B8FACE4C51}" dt="2026-04-06T18:20:53.357" v="3" actId="1076"/>
          <ac:spMkLst>
            <pc:docMk/>
            <pc:sldMk cId="931198942" sldId="256"/>
            <ac:spMk id="119" creationId="{28050572-7C15-343F-0E94-87EF01214771}"/>
          </ac:spMkLst>
        </pc:spChg>
        <pc:picChg chg="del">
          <ac:chgData name="Anthony Snider" userId="S::ajs1479@usnh.edu::5fbf3269-7d01-4f25-8a7f-351f466f6a21" providerId="AD" clId="Web-{7DBF4328-C000-C600-BE7C-45B8FACE4C51}" dt="2026-04-06T18:20:38.014" v="0"/>
          <ac:picMkLst>
            <pc:docMk/>
            <pc:sldMk cId="931198942" sldId="256"/>
            <ac:picMk id="14" creationId="{DC6F2E78-A658-BEEB-3AA3-131BE086DE86}"/>
          </ac:picMkLst>
        </pc:picChg>
        <pc:picChg chg="mod">
          <ac:chgData name="Anthony Snider" userId="S::ajs1479@usnh.edu::5fbf3269-7d01-4f25-8a7f-351f466f6a21" providerId="AD" clId="Web-{7DBF4328-C000-C600-BE7C-45B8FACE4C51}" dt="2026-04-06T18:20:46.951" v="2" actId="1076"/>
          <ac:picMkLst>
            <pc:docMk/>
            <pc:sldMk cId="931198942" sldId="256"/>
            <ac:picMk id="16" creationId="{9E163B96-043F-3222-2EEB-9FA952736E08}"/>
          </ac:picMkLst>
        </pc:picChg>
      </pc:sldChg>
    </pc:docChg>
  </pc:docChgLst>
  <pc:docChgLst>
    <pc:chgData name="Brett Dupont" userId="S::brd1051@usnh.edu::297d289f-da60-43e2-845a-7a1052e16368" providerId="AD" clId="Web-{1B8E965D-0EC6-C875-96C7-5122DC3954FE}"/>
    <pc:docChg chg="modSld">
      <pc:chgData name="Brett Dupont" userId="S::brd1051@usnh.edu::297d289f-da60-43e2-845a-7a1052e16368" providerId="AD" clId="Web-{1B8E965D-0EC6-C875-96C7-5122DC3954FE}" dt="2026-04-06T18:22:44.463" v="51" actId="1076"/>
      <pc:docMkLst>
        <pc:docMk/>
      </pc:docMkLst>
      <pc:sldChg chg="addSp delSp modSp">
        <pc:chgData name="Brett Dupont" userId="S::brd1051@usnh.edu::297d289f-da60-43e2-845a-7a1052e16368" providerId="AD" clId="Web-{1B8E965D-0EC6-C875-96C7-5122DC3954FE}" dt="2026-04-06T18:22:44.463" v="51" actId="1076"/>
        <pc:sldMkLst>
          <pc:docMk/>
          <pc:sldMk cId="931198942" sldId="256"/>
        </pc:sldMkLst>
        <pc:spChg chg="mod">
          <ac:chgData name="Brett Dupont" userId="S::brd1051@usnh.edu::297d289f-da60-43e2-845a-7a1052e16368" providerId="AD" clId="Web-{1B8E965D-0EC6-C875-96C7-5122DC3954FE}" dt="2026-04-06T18:22:14.086" v="48" actId="1076"/>
          <ac:spMkLst>
            <pc:docMk/>
            <pc:sldMk cId="931198942" sldId="256"/>
            <ac:spMk id="3" creationId="{AD7812E8-8551-4296-99ED-2E3D0786653F}"/>
          </ac:spMkLst>
        </pc:spChg>
        <pc:spChg chg="del">
          <ac:chgData name="Brett Dupont" userId="S::brd1051@usnh.edu::297d289f-da60-43e2-845a-7a1052e16368" providerId="AD" clId="Web-{1B8E965D-0EC6-C875-96C7-5122DC3954FE}" dt="2026-04-06T18:14:45.635" v="1"/>
          <ac:spMkLst>
            <pc:docMk/>
            <pc:sldMk cId="931198942" sldId="256"/>
            <ac:spMk id="9" creationId="{AEDEA149-913B-AB66-7541-5F25DE269E03}"/>
          </ac:spMkLst>
        </pc:spChg>
        <pc:spChg chg="add del mod">
          <ac:chgData name="Brett Dupont" userId="S::brd1051@usnh.edu::297d289f-da60-43e2-845a-7a1052e16368" providerId="AD" clId="Web-{1B8E965D-0EC6-C875-96C7-5122DC3954FE}" dt="2026-04-06T18:16:12.200" v="35" actId="1076"/>
          <ac:spMkLst>
            <pc:docMk/>
            <pc:sldMk cId="931198942" sldId="256"/>
            <ac:spMk id="10" creationId="{89AE210B-E2AE-1702-5180-A94337781E7C}"/>
          </ac:spMkLst>
        </pc:spChg>
        <pc:spChg chg="mod">
          <ac:chgData name="Brett Dupont" userId="S::brd1051@usnh.edu::297d289f-da60-43e2-845a-7a1052e16368" providerId="AD" clId="Web-{1B8E965D-0EC6-C875-96C7-5122DC3954FE}" dt="2026-04-06T18:15:53.807" v="33" actId="1076"/>
          <ac:spMkLst>
            <pc:docMk/>
            <pc:sldMk cId="931198942" sldId="256"/>
            <ac:spMk id="115" creationId="{64485BC4-9EDF-0970-E61A-6AC474421D59}"/>
          </ac:spMkLst>
        </pc:spChg>
        <pc:picChg chg="mod">
          <ac:chgData name="Brett Dupont" userId="S::brd1051@usnh.edu::297d289f-da60-43e2-845a-7a1052e16368" providerId="AD" clId="Web-{1B8E965D-0EC6-C875-96C7-5122DC3954FE}" dt="2026-04-06T18:15:59.745" v="34" actId="1076"/>
          <ac:picMkLst>
            <pc:docMk/>
            <pc:sldMk cId="931198942" sldId="256"/>
            <ac:picMk id="11" creationId="{780B5C8D-49F3-E261-76FE-D373D10884DA}"/>
          </ac:picMkLst>
        </pc:picChg>
        <pc:picChg chg="mod">
          <ac:chgData name="Brett Dupont" userId="S::brd1051@usnh.edu::297d289f-da60-43e2-845a-7a1052e16368" providerId="AD" clId="Web-{1B8E965D-0EC6-C875-96C7-5122DC3954FE}" dt="2026-04-06T18:17:08.300" v="40" actId="1076"/>
          <ac:picMkLst>
            <pc:docMk/>
            <pc:sldMk cId="931198942" sldId="256"/>
            <ac:picMk id="14" creationId="{DC6F2E78-A658-BEEB-3AA3-131BE086DE86}"/>
          </ac:picMkLst>
        </pc:picChg>
        <pc:picChg chg="add del mod">
          <ac:chgData name="Brett Dupont" userId="S::brd1051@usnh.edu::297d289f-da60-43e2-845a-7a1052e16368" providerId="AD" clId="Web-{1B8E965D-0EC6-C875-96C7-5122DC3954FE}" dt="2026-04-06T18:21:50.523" v="44"/>
          <ac:picMkLst>
            <pc:docMk/>
            <pc:sldMk cId="931198942" sldId="256"/>
            <ac:picMk id="16" creationId="{9E163B96-043F-3222-2EEB-9FA952736E08}"/>
          </ac:picMkLst>
        </pc:picChg>
        <pc:picChg chg="add mod">
          <ac:chgData name="Brett Dupont" userId="S::brd1051@usnh.edu::297d289f-da60-43e2-845a-7a1052e16368" providerId="AD" clId="Web-{1B8E965D-0EC6-C875-96C7-5122DC3954FE}" dt="2026-04-06T18:22:44.463" v="51" actId="1076"/>
          <ac:picMkLst>
            <pc:docMk/>
            <pc:sldMk cId="931198942" sldId="256"/>
            <ac:picMk id="17" creationId="{6607DA33-CA0E-76C6-5869-2CD4DA3DFD66}"/>
          </ac:picMkLst>
        </pc:picChg>
        <pc:picChg chg="del">
          <ac:chgData name="Brett Dupont" userId="S::brd1051@usnh.edu::297d289f-da60-43e2-845a-7a1052e16368" providerId="AD" clId="Web-{1B8E965D-0EC6-C875-96C7-5122DC3954FE}" dt="2026-04-06T18:14:21.650" v="0"/>
          <ac:picMkLst>
            <pc:docMk/>
            <pc:sldMk cId="931198942" sldId="256"/>
            <ac:picMk id="121" creationId="{A1A1BFBE-26BB-E394-1B2D-607D38197A6F}"/>
          </ac:picMkLst>
        </pc:picChg>
      </pc:sldChg>
    </pc:docChg>
  </pc:docChgLst>
  <pc:docChgLst>
    <pc:chgData name="Brett Dupont" userId="S::brd1051@usnh.edu::297d289f-da60-43e2-845a-7a1052e16368" providerId="AD" clId="Web-{96BD018F-0BAC-42C5-974A-807649D8D934}"/>
    <pc:docChg chg="modSld">
      <pc:chgData name="Brett Dupont" userId="S::brd1051@usnh.edu::297d289f-da60-43e2-845a-7a1052e16368" providerId="AD" clId="Web-{96BD018F-0BAC-42C5-974A-807649D8D934}" dt="2026-04-06T18:27:39.774" v="20" actId="14100"/>
      <pc:docMkLst>
        <pc:docMk/>
      </pc:docMkLst>
      <pc:sldChg chg="modSp">
        <pc:chgData name="Brett Dupont" userId="S::brd1051@usnh.edu::297d289f-da60-43e2-845a-7a1052e16368" providerId="AD" clId="Web-{96BD018F-0BAC-42C5-974A-807649D8D934}" dt="2026-04-06T18:27:39.774" v="20" actId="14100"/>
        <pc:sldMkLst>
          <pc:docMk/>
          <pc:sldMk cId="931198942" sldId="256"/>
        </pc:sldMkLst>
        <pc:spChg chg="mod">
          <ac:chgData name="Brett Dupont" userId="S::brd1051@usnh.edu::297d289f-da60-43e2-845a-7a1052e16368" providerId="AD" clId="Web-{96BD018F-0BAC-42C5-974A-807649D8D934}" dt="2026-04-06T18:25:09.440" v="12" actId="1076"/>
          <ac:spMkLst>
            <pc:docMk/>
            <pc:sldMk cId="931198942" sldId="256"/>
            <ac:spMk id="3" creationId="{AD7812E8-8551-4296-99ED-2E3D0786653F}"/>
          </ac:spMkLst>
        </pc:spChg>
        <pc:spChg chg="mod">
          <ac:chgData name="Brett Dupont" userId="S::brd1051@usnh.edu::297d289f-da60-43e2-845a-7a1052e16368" providerId="AD" clId="Web-{96BD018F-0BAC-42C5-974A-807649D8D934}" dt="2026-04-06T18:24:44.267" v="7" actId="1076"/>
          <ac:spMkLst>
            <pc:docMk/>
            <pc:sldMk cId="931198942" sldId="256"/>
            <ac:spMk id="10" creationId="{89AE210B-E2AE-1702-5180-A94337781E7C}"/>
          </ac:spMkLst>
        </pc:spChg>
        <pc:spChg chg="mod">
          <ac:chgData name="Brett Dupont" userId="S::brd1051@usnh.edu::297d289f-da60-43e2-845a-7a1052e16368" providerId="AD" clId="Web-{96BD018F-0BAC-42C5-974A-807649D8D934}" dt="2026-04-06T18:24:26.891" v="5" actId="1076"/>
          <ac:spMkLst>
            <pc:docMk/>
            <pc:sldMk cId="931198942" sldId="256"/>
            <ac:spMk id="115" creationId="{64485BC4-9EDF-0970-E61A-6AC474421D59}"/>
          </ac:spMkLst>
        </pc:spChg>
        <pc:picChg chg="mod">
          <ac:chgData name="Brett Dupont" userId="S::brd1051@usnh.edu::297d289f-da60-43e2-845a-7a1052e16368" providerId="AD" clId="Web-{96BD018F-0BAC-42C5-974A-807649D8D934}" dt="2026-04-06T18:24:32.532" v="6" actId="1076"/>
          <ac:picMkLst>
            <pc:docMk/>
            <pc:sldMk cId="931198942" sldId="256"/>
            <ac:picMk id="11" creationId="{780B5C8D-49F3-E261-76FE-D373D10884DA}"/>
          </ac:picMkLst>
        </pc:picChg>
        <pc:picChg chg="mod">
          <ac:chgData name="Brett Dupont" userId="S::brd1051@usnh.edu::297d289f-da60-43e2-845a-7a1052e16368" providerId="AD" clId="Web-{96BD018F-0BAC-42C5-974A-807649D8D934}" dt="2026-04-06T18:27:39.774" v="20" actId="14100"/>
          <ac:picMkLst>
            <pc:docMk/>
            <pc:sldMk cId="931198942" sldId="256"/>
            <ac:picMk id="17" creationId="{6607DA33-CA0E-76C6-5869-2CD4DA3DFD66}"/>
          </ac:picMkLst>
        </pc:picChg>
      </pc:sldChg>
    </pc:docChg>
  </pc:docChgLst>
  <pc:docChgLst>
    <pc:chgData name="Brett Dupont" userId="S::brd1051@usnh.edu::297d289f-da60-43e2-845a-7a1052e16368" providerId="AD" clId="Web-{1F8984D2-3DE6-4E56-97F8-B50EE0A75E91}"/>
    <pc:docChg chg="modSld">
      <pc:chgData name="Brett Dupont" userId="S::brd1051@usnh.edu::297d289f-da60-43e2-845a-7a1052e16368" providerId="AD" clId="Web-{1F8984D2-3DE6-4E56-97F8-B50EE0A75E91}" dt="2026-04-06T18:49:57.256" v="173" actId="1076"/>
      <pc:docMkLst>
        <pc:docMk/>
      </pc:docMkLst>
      <pc:sldChg chg="modSp">
        <pc:chgData name="Brett Dupont" userId="S::brd1051@usnh.edu::297d289f-da60-43e2-845a-7a1052e16368" providerId="AD" clId="Web-{1F8984D2-3DE6-4E56-97F8-B50EE0A75E91}" dt="2026-04-06T18:49:57.256" v="173" actId="1076"/>
        <pc:sldMkLst>
          <pc:docMk/>
          <pc:sldMk cId="931198942" sldId="256"/>
        </pc:sldMkLst>
        <pc:spChg chg="mod">
          <ac:chgData name="Brett Dupont" userId="S::brd1051@usnh.edu::297d289f-da60-43e2-845a-7a1052e16368" providerId="AD" clId="Web-{1F8984D2-3DE6-4E56-97F8-B50EE0A75E91}" dt="2026-04-06T18:49:53.178" v="172" actId="1076"/>
          <ac:spMkLst>
            <pc:docMk/>
            <pc:sldMk cId="931198942" sldId="256"/>
            <ac:spMk id="5" creationId="{AB8C37E5-918E-62AB-FE38-9FBE7E2C1EB0}"/>
          </ac:spMkLst>
        </pc:spChg>
        <pc:spChg chg="mod">
          <ac:chgData name="Brett Dupont" userId="S::brd1051@usnh.edu::297d289f-da60-43e2-845a-7a1052e16368" providerId="AD" clId="Web-{1F8984D2-3DE6-4E56-97F8-B50EE0A75E91}" dt="2026-04-06T18:49:57.256" v="173" actId="1076"/>
          <ac:spMkLst>
            <pc:docMk/>
            <pc:sldMk cId="931198942" sldId="256"/>
            <ac:spMk id="117" creationId="{5B277F76-B267-57C3-C985-9C7DF5C58FFA}"/>
          </ac:spMkLst>
        </pc:spChg>
        <pc:spChg chg="mod">
          <ac:chgData name="Brett Dupont" userId="S::brd1051@usnh.edu::297d289f-da60-43e2-845a-7a1052e16368" providerId="AD" clId="Web-{1F8984D2-3DE6-4E56-97F8-B50EE0A75E91}" dt="2026-04-06T18:46:54.875" v="6" actId="20577"/>
          <ac:spMkLst>
            <pc:docMk/>
            <pc:sldMk cId="931198942" sldId="256"/>
            <ac:spMk id="120" creationId="{CB10134B-2A8F-96D6-E824-8724127ED2DA}"/>
          </ac:spMkLst>
        </pc:spChg>
      </pc:sldChg>
    </pc:docChg>
  </pc:docChgLst>
  <pc:docChgLst>
    <pc:chgData name="Brett Dupont" userId="S::brd1051@usnh.edu::297d289f-da60-43e2-845a-7a1052e16368" providerId="AD" clId="Web-{EF14B84B-2A4C-6CC4-0A57-988666362310}"/>
    <pc:docChg chg="modSld">
      <pc:chgData name="Brett Dupont" userId="S::brd1051@usnh.edu::297d289f-da60-43e2-845a-7a1052e16368" providerId="AD" clId="Web-{EF14B84B-2A4C-6CC4-0A57-988666362310}" dt="2026-04-06T18:45:42.048" v="15" actId="14100"/>
      <pc:docMkLst>
        <pc:docMk/>
      </pc:docMkLst>
      <pc:sldChg chg="modSp">
        <pc:chgData name="Brett Dupont" userId="S::brd1051@usnh.edu::297d289f-da60-43e2-845a-7a1052e16368" providerId="AD" clId="Web-{EF14B84B-2A4C-6CC4-0A57-988666362310}" dt="2026-04-06T18:45:42.048" v="15" actId="14100"/>
        <pc:sldMkLst>
          <pc:docMk/>
          <pc:sldMk cId="931198942" sldId="256"/>
        </pc:sldMkLst>
        <pc:spChg chg="mod">
          <ac:chgData name="Brett Dupont" userId="S::brd1051@usnh.edu::297d289f-da60-43e2-845a-7a1052e16368" providerId="AD" clId="Web-{EF14B84B-2A4C-6CC4-0A57-988666362310}" dt="2026-04-06T18:37:51.166" v="3" actId="1076"/>
          <ac:spMkLst>
            <pc:docMk/>
            <pc:sldMk cId="931198942" sldId="256"/>
            <ac:spMk id="2" creationId="{248BECBA-A6A4-47E1-3EA5-EB114B63BE39}"/>
          </ac:spMkLst>
        </pc:spChg>
        <pc:spChg chg="mod">
          <ac:chgData name="Brett Dupont" userId="S::brd1051@usnh.edu::297d289f-da60-43e2-845a-7a1052e16368" providerId="AD" clId="Web-{EF14B84B-2A4C-6CC4-0A57-988666362310}" dt="2026-04-06T18:45:26.516" v="13" actId="1076"/>
          <ac:spMkLst>
            <pc:docMk/>
            <pc:sldMk cId="931198942" sldId="256"/>
            <ac:spMk id="5" creationId="{AB8C37E5-918E-62AB-FE38-9FBE7E2C1EB0}"/>
          </ac:spMkLst>
        </pc:spChg>
        <pc:spChg chg="mod">
          <ac:chgData name="Brett Dupont" userId="S::brd1051@usnh.edu::297d289f-da60-43e2-845a-7a1052e16368" providerId="AD" clId="Web-{EF14B84B-2A4C-6CC4-0A57-988666362310}" dt="2026-04-06T18:37:41.728" v="2" actId="1076"/>
          <ac:spMkLst>
            <pc:docMk/>
            <pc:sldMk cId="931198942" sldId="256"/>
            <ac:spMk id="6" creationId="{37A6DCAC-166F-C7AB-6562-526EDA4CDB64}"/>
          </ac:spMkLst>
        </pc:spChg>
        <pc:spChg chg="mod">
          <ac:chgData name="Brett Dupont" userId="S::brd1051@usnh.edu::297d289f-da60-43e2-845a-7a1052e16368" providerId="AD" clId="Web-{EF14B84B-2A4C-6CC4-0A57-988666362310}" dt="2026-04-06T18:37:34.836" v="1" actId="1076"/>
          <ac:spMkLst>
            <pc:docMk/>
            <pc:sldMk cId="931198942" sldId="256"/>
            <ac:spMk id="7" creationId="{8F443205-1059-6436-7EC8-8D37143095C8}"/>
          </ac:spMkLst>
        </pc:spChg>
        <pc:spChg chg="mod">
          <ac:chgData name="Brett Dupont" userId="S::brd1051@usnh.edu::297d289f-da60-43e2-845a-7a1052e16368" providerId="AD" clId="Web-{EF14B84B-2A4C-6CC4-0A57-988666362310}" dt="2026-04-06T18:45:33.704" v="14" actId="1076"/>
          <ac:spMkLst>
            <pc:docMk/>
            <pc:sldMk cId="931198942" sldId="256"/>
            <ac:spMk id="117" creationId="{5B277F76-B267-57C3-C985-9C7DF5C58FFA}"/>
          </ac:spMkLst>
        </pc:spChg>
        <pc:spChg chg="mod">
          <ac:chgData name="Brett Dupont" userId="S::brd1051@usnh.edu::297d289f-da60-43e2-845a-7a1052e16368" providerId="AD" clId="Web-{EF14B84B-2A4C-6CC4-0A57-988666362310}" dt="2026-04-06T18:45:42.048" v="15" actId="14100"/>
          <ac:spMkLst>
            <pc:docMk/>
            <pc:sldMk cId="931198942" sldId="256"/>
            <ac:spMk id="120" creationId="{CB10134B-2A8F-96D6-E824-8724127ED2DA}"/>
          </ac:spMkLst>
        </pc:spChg>
        <pc:spChg chg="mod">
          <ac:chgData name="Brett Dupont" userId="S::brd1051@usnh.edu::297d289f-da60-43e2-845a-7a1052e16368" providerId="AD" clId="Web-{EF14B84B-2A4C-6CC4-0A57-988666362310}" dt="2026-04-06T18:37:57.026" v="4" actId="1076"/>
          <ac:spMkLst>
            <pc:docMk/>
            <pc:sldMk cId="931198942" sldId="256"/>
            <ac:spMk id="127" creationId="{6B066CAD-B2E6-4AEC-EFCD-D46275EB63C2}"/>
          </ac:spMkLst>
        </pc:spChg>
      </pc:sldChg>
    </pc:docChg>
  </pc:docChgLst>
  <pc:docChgLst>
    <pc:chgData name="Brett Dupont" userId="S::brd1051@usnh.edu::297d289f-da60-43e2-845a-7a1052e16368" providerId="AD" clId="Web-{5B837014-2C44-14E4-54F9-C08BF836A171}"/>
    <pc:docChg chg="modSld">
      <pc:chgData name="Brett Dupont" userId="S::brd1051@usnh.edu::297d289f-da60-43e2-845a-7a1052e16368" providerId="AD" clId="Web-{5B837014-2C44-14E4-54F9-C08BF836A171}" dt="2026-04-07T00:15:35.931" v="1" actId="1076"/>
      <pc:docMkLst>
        <pc:docMk/>
      </pc:docMkLst>
      <pc:sldChg chg="modSp">
        <pc:chgData name="Brett Dupont" userId="S::brd1051@usnh.edu::297d289f-da60-43e2-845a-7a1052e16368" providerId="AD" clId="Web-{5B837014-2C44-14E4-54F9-C08BF836A171}" dt="2026-04-07T00:15:35.931" v="1" actId="1076"/>
        <pc:sldMkLst>
          <pc:docMk/>
          <pc:sldMk cId="931198942" sldId="256"/>
        </pc:sldMkLst>
        <pc:spChg chg="mod">
          <ac:chgData name="Brett Dupont" userId="S::brd1051@usnh.edu::297d289f-da60-43e2-845a-7a1052e16368" providerId="AD" clId="Web-{5B837014-2C44-14E4-54F9-C08BF836A171}" dt="2026-04-07T00:15:30.369" v="0" actId="1076"/>
          <ac:spMkLst>
            <pc:docMk/>
            <pc:sldMk cId="931198942" sldId="256"/>
            <ac:spMk id="4" creationId="{00000000-0000-0000-0000-000000000000}"/>
          </ac:spMkLst>
        </pc:spChg>
        <pc:spChg chg="mod">
          <ac:chgData name="Brett Dupont" userId="S::brd1051@usnh.edu::297d289f-da60-43e2-845a-7a1052e16368" providerId="AD" clId="Web-{5B837014-2C44-14E4-54F9-C08BF836A171}" dt="2026-04-07T00:15:35.931" v="1" actId="1076"/>
          <ac:spMkLst>
            <pc:docMk/>
            <pc:sldMk cId="931198942" sldId="256"/>
            <ac:spMk id="45" creationId="{00000000-0000-0000-0000-000000000000}"/>
          </ac:spMkLst>
        </pc:spChg>
      </pc:sldChg>
    </pc:docChg>
  </pc:docChgLst>
  <pc:docChgLst>
    <pc:chgData name="Anthony Snider" userId="S::ajs1479@usnh.edu::5fbf3269-7d01-4f25-8a7f-351f466f6a21" providerId="AD" clId="Web-{436B09CC-A4C1-CBF8-034D-B7EB2282DFFF}"/>
    <pc:docChg chg="modSld">
      <pc:chgData name="Anthony Snider" userId="S::ajs1479@usnh.edu::5fbf3269-7d01-4f25-8a7f-351f466f6a21" providerId="AD" clId="Web-{436B09CC-A4C1-CBF8-034D-B7EB2282DFFF}" dt="2026-04-06T18:24:24.650" v="4" actId="1076"/>
      <pc:docMkLst>
        <pc:docMk/>
      </pc:docMkLst>
      <pc:sldChg chg="modSp">
        <pc:chgData name="Anthony Snider" userId="S::ajs1479@usnh.edu::5fbf3269-7d01-4f25-8a7f-351f466f6a21" providerId="AD" clId="Web-{436B09CC-A4C1-CBF8-034D-B7EB2282DFFF}" dt="2026-04-06T18:24:24.650" v="4" actId="1076"/>
        <pc:sldMkLst>
          <pc:docMk/>
          <pc:sldMk cId="931198942" sldId="256"/>
        </pc:sldMkLst>
        <pc:spChg chg="mod">
          <ac:chgData name="Anthony Snider" userId="S::ajs1479@usnh.edu::5fbf3269-7d01-4f25-8a7f-351f466f6a21" providerId="AD" clId="Web-{436B09CC-A4C1-CBF8-034D-B7EB2282DFFF}" dt="2026-04-06T18:23:48.525" v="1" actId="1076"/>
          <ac:spMkLst>
            <pc:docMk/>
            <pc:sldMk cId="931198942" sldId="256"/>
            <ac:spMk id="3" creationId="{AD7812E8-8551-4296-99ED-2E3D0786653F}"/>
          </ac:spMkLst>
        </pc:spChg>
        <pc:spChg chg="mod">
          <ac:chgData name="Anthony Snider" userId="S::ajs1479@usnh.edu::5fbf3269-7d01-4f25-8a7f-351f466f6a21" providerId="AD" clId="Web-{436B09CC-A4C1-CBF8-034D-B7EB2282DFFF}" dt="2026-04-06T18:24:24.650" v="4" actId="1076"/>
          <ac:spMkLst>
            <pc:docMk/>
            <pc:sldMk cId="931198942" sldId="256"/>
            <ac:spMk id="10" creationId="{89AE210B-E2AE-1702-5180-A94337781E7C}"/>
          </ac:spMkLst>
        </pc:spChg>
        <pc:picChg chg="mod">
          <ac:chgData name="Anthony Snider" userId="S::ajs1479@usnh.edu::5fbf3269-7d01-4f25-8a7f-351f466f6a21" providerId="AD" clId="Web-{436B09CC-A4C1-CBF8-034D-B7EB2282DFFF}" dt="2026-04-06T18:24:13.493" v="3" actId="1076"/>
          <ac:picMkLst>
            <pc:docMk/>
            <pc:sldMk cId="931198942" sldId="256"/>
            <ac:picMk id="17" creationId="{6607DA33-CA0E-76C6-5869-2CD4DA3DFD66}"/>
          </ac:picMkLst>
        </pc:picChg>
      </pc:sldChg>
    </pc:docChg>
  </pc:docChgLst>
  <pc:docChgLst>
    <pc:chgData name="Anthony Snider" userId="S::ajs1479@usnh.edu::5fbf3269-7d01-4f25-8a7f-351f466f6a21" providerId="AD" clId="Web-{8BA81909-D2D5-BABF-2D34-3360C79C84CA}"/>
    <pc:docChg chg="modSld">
      <pc:chgData name="Anthony Snider" userId="S::ajs1479@usnh.edu::5fbf3269-7d01-4f25-8a7f-351f466f6a21" providerId="AD" clId="Web-{8BA81909-D2D5-BABF-2D34-3360C79C84CA}" dt="2026-04-06T18:48:04.850" v="10" actId="20577"/>
      <pc:docMkLst>
        <pc:docMk/>
      </pc:docMkLst>
      <pc:sldChg chg="modSp">
        <pc:chgData name="Anthony Snider" userId="S::ajs1479@usnh.edu::5fbf3269-7d01-4f25-8a7f-351f466f6a21" providerId="AD" clId="Web-{8BA81909-D2D5-BABF-2D34-3360C79C84CA}" dt="2026-04-06T18:48:04.850" v="10" actId="20577"/>
        <pc:sldMkLst>
          <pc:docMk/>
          <pc:sldMk cId="931198942" sldId="256"/>
        </pc:sldMkLst>
        <pc:spChg chg="mod">
          <ac:chgData name="Anthony Snider" userId="S::ajs1479@usnh.edu::5fbf3269-7d01-4f25-8a7f-351f466f6a21" providerId="AD" clId="Web-{8BA81909-D2D5-BABF-2D34-3360C79C84CA}" dt="2026-04-06T18:48:04.850" v="10" actId="20577"/>
          <ac:spMkLst>
            <pc:docMk/>
            <pc:sldMk cId="931198942" sldId="256"/>
            <ac:spMk id="5" creationId="{AB8C37E5-918E-62AB-FE38-9FBE7E2C1EB0}"/>
          </ac:spMkLst>
        </pc:spChg>
        <pc:spChg chg="mod">
          <ac:chgData name="Anthony Snider" userId="S::ajs1479@usnh.edu::5fbf3269-7d01-4f25-8a7f-351f466f6a21" providerId="AD" clId="Web-{8BA81909-D2D5-BABF-2D34-3360C79C84CA}" dt="2026-04-06T18:26:37.399" v="2" actId="1076"/>
          <ac:spMkLst>
            <pc:docMk/>
            <pc:sldMk cId="931198942" sldId="256"/>
            <ac:spMk id="10" creationId="{89AE210B-E2AE-1702-5180-A94337781E7C}"/>
          </ac:spMkLst>
        </pc:spChg>
      </pc:sldChg>
    </pc:docChg>
  </pc:docChgLst>
  <pc:docChgLst>
    <pc:chgData name="Brett Dupont" userId="S::brd1051@usnh.edu::297d289f-da60-43e2-845a-7a1052e16368" providerId="AD" clId="Web-{31AAFC83-5557-0B9B-98D5-A9F82D7DD1D9}"/>
    <pc:docChg chg="modSld">
      <pc:chgData name="Brett Dupont" userId="S::brd1051@usnh.edu::297d289f-da60-43e2-845a-7a1052e16368" providerId="AD" clId="Web-{31AAFC83-5557-0B9B-98D5-A9F82D7DD1D9}" dt="2026-04-06T18:50:12.993" v="0" actId="1076"/>
      <pc:docMkLst>
        <pc:docMk/>
      </pc:docMkLst>
      <pc:sldChg chg="modSp">
        <pc:chgData name="Brett Dupont" userId="S::brd1051@usnh.edu::297d289f-da60-43e2-845a-7a1052e16368" providerId="AD" clId="Web-{31AAFC83-5557-0B9B-98D5-A9F82D7DD1D9}" dt="2026-04-06T18:50:12.993" v="0" actId="1076"/>
        <pc:sldMkLst>
          <pc:docMk/>
          <pc:sldMk cId="931198942" sldId="256"/>
        </pc:sldMkLst>
        <pc:spChg chg="mod">
          <ac:chgData name="Brett Dupont" userId="S::brd1051@usnh.edu::297d289f-da60-43e2-845a-7a1052e16368" providerId="AD" clId="Web-{31AAFC83-5557-0B9B-98D5-A9F82D7DD1D9}" dt="2026-04-06T18:50:12.993" v="0" actId="1076"/>
          <ac:spMkLst>
            <pc:docMk/>
            <pc:sldMk cId="931198942" sldId="256"/>
            <ac:spMk id="117" creationId="{5B277F76-B267-57C3-C985-9C7DF5C58FFA}"/>
          </ac:spMkLst>
        </pc:spChg>
      </pc:sldChg>
    </pc:docChg>
  </pc:docChgLst>
  <pc:docChgLst>
    <pc:chgData name="Vincent Ciccotelli" userId="S::vkc1003@usnh.edu::643c58e0-9e2f-4d16-a325-54c3d9956c9d" providerId="AD" clId="Web-{29A61CEC-A45E-2558-A06A-463429ED866F}"/>
    <pc:docChg chg="modSld">
      <pc:chgData name="Vincent Ciccotelli" userId="S::vkc1003@usnh.edu::643c58e0-9e2f-4d16-a325-54c3d9956c9d" providerId="AD" clId="Web-{29A61CEC-A45E-2558-A06A-463429ED866F}" dt="2026-04-06T18:24:41.875" v="15" actId="20577"/>
      <pc:docMkLst>
        <pc:docMk/>
      </pc:docMkLst>
      <pc:sldChg chg="addSp delSp modSp">
        <pc:chgData name="Vincent Ciccotelli" userId="S::vkc1003@usnh.edu::643c58e0-9e2f-4d16-a325-54c3d9956c9d" providerId="AD" clId="Web-{29A61CEC-A45E-2558-A06A-463429ED866F}" dt="2026-04-06T18:24:41.875" v="15" actId="20577"/>
        <pc:sldMkLst>
          <pc:docMk/>
          <pc:sldMk cId="931198942" sldId="256"/>
        </pc:sldMkLst>
        <pc:spChg chg="mod">
          <ac:chgData name="Vincent Ciccotelli" userId="S::vkc1003@usnh.edu::643c58e0-9e2f-4d16-a325-54c3d9956c9d" providerId="AD" clId="Web-{29A61CEC-A45E-2558-A06A-463429ED866F}" dt="2026-04-06T18:24:41.875" v="15" actId="20577"/>
          <ac:spMkLst>
            <pc:docMk/>
            <pc:sldMk cId="931198942" sldId="256"/>
            <ac:spMk id="112" creationId="{7586EC71-AD70-1D41-7FCF-A9088A19301A}"/>
          </ac:spMkLst>
        </pc:spChg>
        <pc:picChg chg="del">
          <ac:chgData name="Vincent Ciccotelli" userId="S::vkc1003@usnh.edu::643c58e0-9e2f-4d16-a325-54c3d9956c9d" providerId="AD" clId="Web-{29A61CEC-A45E-2558-A06A-463429ED866F}" dt="2026-04-06T18:15:29.376" v="0"/>
          <ac:picMkLst>
            <pc:docMk/>
            <pc:sldMk cId="931198942" sldId="256"/>
            <ac:picMk id="13" creationId="{2FA01D47-E13F-1FA6-89C3-D2E5CC39CF70}"/>
          </ac:picMkLst>
        </pc:picChg>
        <pc:picChg chg="add mod">
          <ac:chgData name="Vincent Ciccotelli" userId="S::vkc1003@usnh.edu::643c58e0-9e2f-4d16-a325-54c3d9956c9d" providerId="AD" clId="Web-{29A61CEC-A45E-2558-A06A-463429ED866F}" dt="2026-04-06T18:15:55.532" v="5" actId="1076"/>
          <ac:picMkLst>
            <pc:docMk/>
            <pc:sldMk cId="931198942" sldId="256"/>
            <ac:picMk id="14" creationId="{DC6F2E78-A658-BEEB-3AA3-131BE086DE86}"/>
          </ac:picMkLst>
        </pc:picChg>
      </pc:sldChg>
    </pc:docChg>
  </pc:docChgLst>
  <pc:docChgLst>
    <pc:chgData name="Brett Dupont" userId="S::brd1051@usnh.edu::297d289f-da60-43e2-845a-7a1052e16368" providerId="AD" clId="Web-{062CA3CB-2FD3-2ACA-0D1F-FD0F7B3C7293}"/>
    <pc:docChg chg="modSld">
      <pc:chgData name="Brett Dupont" userId="S::brd1051@usnh.edu::297d289f-da60-43e2-845a-7a1052e16368" providerId="AD" clId="Web-{062CA3CB-2FD3-2ACA-0D1F-FD0F7B3C7293}" dt="2026-04-06T20:17:41.615" v="2" actId="20577"/>
      <pc:docMkLst>
        <pc:docMk/>
      </pc:docMkLst>
    </pc:docChg>
  </pc:docChgLst>
  <pc:docChgLst>
    <pc:chgData name="Julie Paprocki" userId="S::jp1709@usnh.edu::c8ca0e01-012a-4830-80fe-b6b1a23937b5" providerId="AD" clId="Web-{8A7E9A4B-3DA7-06F2-025D-0B1A8BBF4AAB}"/>
    <pc:docChg chg="mod modSld">
      <pc:chgData name="Julie Paprocki" userId="S::jp1709@usnh.edu::c8ca0e01-012a-4830-80fe-b6b1a23937b5" providerId="AD" clId="Web-{8A7E9A4B-3DA7-06F2-025D-0B1A8BBF4AAB}" dt="2026-04-06T20:14:03.244" v="28" actId="20577"/>
      <pc:docMkLst>
        <pc:docMk/>
      </pc:docMkLst>
    </pc:docChg>
  </pc:docChgLst>
</pc:chgInfo>
</file>

<file path=ppt/comments/modernComment_100_3780F7DE.xml><?xml version="1.0" encoding="utf-8"?>
<p188:cmLst xmlns:a="http://schemas.openxmlformats.org/drawingml/2006/main" xmlns:r="http://schemas.openxmlformats.org/officeDocument/2006/relationships" xmlns:p188="http://schemas.microsoft.com/office/powerpoint/2018/8/main">
  <p188:cm id="{70AC572C-4CF1-4BAB-A835-CB163038C92B}" authorId="{02D1C9F8-0B4F-C99E-1AD9-EC29A1470611}" status="resolved" created="2026-04-06T20:11:53.757" complete="100000">
    <ac:txMkLst xmlns:ac="http://schemas.microsoft.com/office/drawing/2013/main/command">
      <pc:docMk xmlns:pc="http://schemas.microsoft.com/office/powerpoint/2013/main/command"/>
      <pc:sldMk xmlns:pc="http://schemas.microsoft.com/office/powerpoint/2013/main/command" cId="931198942" sldId="256"/>
      <ac:spMk id="5" creationId="{AB8C37E5-918E-62AB-FE38-9FBE7E2C1EB0}"/>
      <ac:txMk cp="290">
        <ac:context len="751" hash="1976588335"/>
      </ac:txMk>
    </ac:txMkLst>
    <p188:pos x="7477432" y="4689987"/>
    <p188:replyLst>
      <p188:reply id="{73CFF848-3864-4451-A1FE-5F14CA98EABA}" authorId="{02D1C9F8-0B4F-C99E-1AD9-EC29A1470611}" created="2026-04-06T20:15:08.354">
        <p188:txBody>
          <a:bodyPr/>
          <a:lstStyle/>
          <a:p>
            <a:r>
              <a:rPr lang="en-US"/>
              <a:t>and be consistent across all uses of it.</a:t>
            </a:r>
          </a:p>
        </p188:txBody>
      </p188:reply>
    </p188:replyLst>
    <p188:txBody>
      <a:bodyPr/>
      <a:lstStyle/>
      <a:p>
        <a:r>
          <a:rPr lang="en-US"/>
          <a:t>use "FFP"</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4/6/2026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4/6/2026</a:t>
            </a:fld>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7C7F044-5458-4B2E-BFA0-52AAA1C529D4}" type="slidenum">
              <a:rPr lang="en-US" smtClean="0"/>
              <a:t>1</a:t>
            </a:fld>
            <a:endParaRPr lang="en-US"/>
          </a:p>
        </p:txBody>
      </p:sp>
    </p:spTree>
    <p:extLst>
      <p:ext uri="{BB962C8B-B14F-4D97-AF65-F5344CB8AC3E}">
        <p14:creationId xmlns:p14="http://schemas.microsoft.com/office/powerpoint/2010/main" val="2892468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2" name="Title 1"/>
          <p:cNvSpPr>
            <a:spLocks noGrp="1"/>
          </p:cNvSpPr>
          <p:nvPr>
            <p:ph type="title"/>
          </p:nvPr>
        </p:nvSpPr>
        <p:spPr>
          <a:xfrm>
            <a:off x="6400800" y="990600"/>
            <a:ext cx="31089600" cy="2514540"/>
          </a:xfrm>
        </p:spPr>
        <p:txBody>
          <a:bodyPr/>
          <a:lstStyle/>
          <a:p>
            <a:r>
              <a:rPr lang="en-US"/>
              <a:t>Click to edit Master title style</a:t>
            </a:r>
          </a:p>
        </p:txBody>
      </p:sp>
      <p:sp>
        <p:nvSpPr>
          <p:cNvPr id="31" name="Text Placeholder 6"/>
          <p:cNvSpPr>
            <a:spLocks noGrp="1"/>
          </p:cNvSpPr>
          <p:nvPr>
            <p:ph type="body" sz="quarter" idx="36"/>
          </p:nvPr>
        </p:nvSpPr>
        <p:spPr bwMode="auto">
          <a:xfrm>
            <a:off x="6400800" y="3588603"/>
            <a:ext cx="31089600" cy="830997"/>
          </a:xfrm>
        </p:spPr>
        <p:txBody>
          <a:bodyPr>
            <a:noAutofit/>
          </a:bodyPr>
          <a:lstStyle>
            <a:lvl1pPr marL="0" indent="0">
              <a:spcBef>
                <a:spcPts val="0"/>
              </a:spcBef>
              <a:buNone/>
              <a:defRPr sz="2400">
                <a:solidFill>
                  <a:schemeClr val="bg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3" name="Date Placeholder 2"/>
          <p:cNvSpPr>
            <a:spLocks noGrp="1"/>
          </p:cNvSpPr>
          <p:nvPr>
            <p:ph type="dt" sz="half" idx="10"/>
          </p:nvPr>
        </p:nvSpPr>
        <p:spPr/>
        <p:txBody>
          <a:bodyPr/>
          <a:lstStyle/>
          <a:p>
            <a:fld id="{ECAA57DF-1C19-4726-AB84-014692BAD8F5}"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7" name="Text Placeholder 6"/>
          <p:cNvSpPr>
            <a:spLocks noGrp="1"/>
          </p:cNvSpPr>
          <p:nvPr>
            <p:ph type="body" sz="quarter" idx="13" hasCustomPrompt="1"/>
          </p:nvPr>
        </p:nvSpPr>
        <p:spPr>
          <a:xfrm>
            <a:off x="1143000" y="5852160"/>
            <a:ext cx="12801600" cy="1219200"/>
          </a:xfrm>
          <a:prstGeom prst="round1Rect">
            <a:avLst/>
          </a:prstGeom>
          <a:solidFill>
            <a:schemeClr val="accent2"/>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19" name="Content Placeholder 17"/>
          <p:cNvSpPr>
            <a:spLocks noGrp="1"/>
          </p:cNvSpPr>
          <p:nvPr>
            <p:ph sz="quarter" idx="24" hasCustomPrompt="1"/>
          </p:nvPr>
        </p:nvSpPr>
        <p:spPr>
          <a:xfrm>
            <a:off x="1143000" y="7071360"/>
            <a:ext cx="12801600" cy="68580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1" name="Text Placeholder 6"/>
          <p:cNvSpPr>
            <a:spLocks noGrp="1"/>
          </p:cNvSpPr>
          <p:nvPr>
            <p:ph type="body" sz="quarter" idx="17" hasCustomPrompt="1"/>
          </p:nvPr>
        </p:nvSpPr>
        <p:spPr>
          <a:xfrm>
            <a:off x="1143000" y="15032736"/>
            <a:ext cx="12801600" cy="1219200"/>
          </a:xfrm>
          <a:prstGeom prst="round1Rect">
            <a:avLst/>
          </a:prstGeom>
          <a:solidFill>
            <a:schemeClr val="accent3"/>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20" name="Content Placeholder 17"/>
          <p:cNvSpPr>
            <a:spLocks noGrp="1"/>
          </p:cNvSpPr>
          <p:nvPr>
            <p:ph sz="quarter" idx="25" hasCustomPrompt="1"/>
          </p:nvPr>
        </p:nvSpPr>
        <p:spPr>
          <a:xfrm>
            <a:off x="1143000" y="16251936"/>
            <a:ext cx="12801600" cy="9088165"/>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3" name="Text Placeholder 6"/>
          <p:cNvSpPr>
            <a:spLocks noGrp="1"/>
          </p:cNvSpPr>
          <p:nvPr>
            <p:ph type="body" sz="quarter" idx="19" hasCustomPrompt="1"/>
          </p:nvPr>
        </p:nvSpPr>
        <p:spPr>
          <a:xfrm>
            <a:off x="1143000" y="25831800"/>
            <a:ext cx="12801600" cy="1219200"/>
          </a:xfrm>
          <a:prstGeom prst="round1Rect">
            <a:avLst/>
          </a:prstGeom>
          <a:solidFill>
            <a:schemeClr val="accent4"/>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21" name="Content Placeholder 17"/>
          <p:cNvSpPr>
            <a:spLocks noGrp="1"/>
          </p:cNvSpPr>
          <p:nvPr>
            <p:ph sz="quarter" idx="26" hasCustomPrompt="1"/>
          </p:nvPr>
        </p:nvSpPr>
        <p:spPr>
          <a:xfrm>
            <a:off x="114300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5" name="Text Placeholder 6"/>
          <p:cNvSpPr>
            <a:spLocks noGrp="1"/>
          </p:cNvSpPr>
          <p:nvPr>
            <p:ph type="body" sz="quarter" idx="21" hasCustomPrompt="1"/>
          </p:nvPr>
        </p:nvSpPr>
        <p:spPr>
          <a:xfrm>
            <a:off x="15544800" y="5852160"/>
            <a:ext cx="12801600" cy="1219200"/>
          </a:xfrm>
          <a:prstGeom prst="round1Rect">
            <a:avLst/>
          </a:prstGeom>
          <a:solidFill>
            <a:schemeClr val="accent5"/>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22" name="Content Placeholder 17"/>
          <p:cNvSpPr>
            <a:spLocks noGrp="1"/>
          </p:cNvSpPr>
          <p:nvPr>
            <p:ph sz="quarter" idx="27" hasCustomPrompt="1"/>
          </p:nvPr>
        </p:nvSpPr>
        <p:spPr>
          <a:xfrm>
            <a:off x="15544800" y="7071360"/>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8" name="Content Placeholder 17"/>
          <p:cNvSpPr>
            <a:spLocks noGrp="1"/>
          </p:cNvSpPr>
          <p:nvPr>
            <p:ph sz="quarter" idx="23" hasCustomPrompt="1"/>
          </p:nvPr>
        </p:nvSpPr>
        <p:spPr>
          <a:xfrm>
            <a:off x="15544800" y="11948160"/>
            <a:ext cx="12801600" cy="61722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3" name="Content Placeholder 17"/>
          <p:cNvSpPr>
            <a:spLocks noGrp="1"/>
          </p:cNvSpPr>
          <p:nvPr>
            <p:ph sz="quarter" idx="28" hasCustomPrompt="1"/>
          </p:nvPr>
        </p:nvSpPr>
        <p:spPr>
          <a:xfrm>
            <a:off x="15544800" y="23469600"/>
            <a:ext cx="12801600" cy="1752600"/>
          </a:xfrm>
        </p:spPr>
        <p:txBody>
          <a:bodyPr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p:txBody>
      </p:sp>
      <p:sp>
        <p:nvSpPr>
          <p:cNvPr id="24" name="Text Placeholder 6"/>
          <p:cNvSpPr>
            <a:spLocks noGrp="1"/>
          </p:cNvSpPr>
          <p:nvPr>
            <p:ph type="body" sz="quarter" idx="29" hasCustomPrompt="1"/>
          </p:nvPr>
        </p:nvSpPr>
        <p:spPr>
          <a:xfrm>
            <a:off x="15544800" y="25831800"/>
            <a:ext cx="12801600" cy="1219200"/>
          </a:xfrm>
          <a:prstGeom prst="round1Rect">
            <a:avLst/>
          </a:prstGeom>
          <a:solidFill>
            <a:schemeClr val="accent6"/>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25" name="Content Placeholder 17"/>
          <p:cNvSpPr>
            <a:spLocks noGrp="1"/>
          </p:cNvSpPr>
          <p:nvPr>
            <p:ph sz="quarter" idx="30" hasCustomPrompt="1"/>
          </p:nvPr>
        </p:nvSpPr>
        <p:spPr>
          <a:xfrm>
            <a:off x="1554480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6" name="Text Placeholder 6"/>
          <p:cNvSpPr>
            <a:spLocks noGrp="1"/>
          </p:cNvSpPr>
          <p:nvPr>
            <p:ph type="body" sz="quarter" idx="31" hasCustomPrompt="1"/>
          </p:nvPr>
        </p:nvSpPr>
        <p:spPr>
          <a:xfrm>
            <a:off x="29900880" y="5852160"/>
            <a:ext cx="12801600" cy="1219200"/>
          </a:xfrm>
          <a:prstGeom prst="round1Rect">
            <a:avLst/>
          </a:prstGeom>
          <a:solidFill>
            <a:schemeClr val="accent6"/>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27" name="Content Placeholder 17"/>
          <p:cNvSpPr>
            <a:spLocks noGrp="1"/>
          </p:cNvSpPr>
          <p:nvPr>
            <p:ph sz="quarter" idx="32" hasCustomPrompt="1"/>
          </p:nvPr>
        </p:nvSpPr>
        <p:spPr>
          <a:xfrm>
            <a:off x="29900880" y="7071360"/>
            <a:ext cx="12801600" cy="73152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8" name="Content Placeholder 17"/>
          <p:cNvSpPr>
            <a:spLocks noGrp="1"/>
          </p:cNvSpPr>
          <p:nvPr>
            <p:ph sz="quarter" idx="33" hasCustomPrompt="1"/>
          </p:nvPr>
        </p:nvSpPr>
        <p:spPr>
          <a:xfrm>
            <a:off x="29900880" y="15837408"/>
            <a:ext cx="12801600" cy="73152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9" name="Text Placeholder 6"/>
          <p:cNvSpPr>
            <a:spLocks noGrp="1"/>
          </p:cNvSpPr>
          <p:nvPr>
            <p:ph type="body" sz="quarter" idx="34" hasCustomPrompt="1"/>
          </p:nvPr>
        </p:nvSpPr>
        <p:spPr>
          <a:xfrm>
            <a:off x="29900880" y="25831800"/>
            <a:ext cx="12801600" cy="1219200"/>
          </a:xfrm>
          <a:prstGeom prst="round1Rect">
            <a:avLst/>
          </a:prstGeom>
          <a:solidFill>
            <a:schemeClr val="accent1"/>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a:t>Heading</a:t>
            </a:r>
          </a:p>
        </p:txBody>
      </p:sp>
      <p:sp>
        <p:nvSpPr>
          <p:cNvPr id="30" name="Content Placeholder 17"/>
          <p:cNvSpPr>
            <a:spLocks noGrp="1"/>
          </p:cNvSpPr>
          <p:nvPr>
            <p:ph sz="quarter" idx="35" hasCustomPrompt="1"/>
          </p:nvPr>
        </p:nvSpPr>
        <p:spPr>
          <a:xfrm>
            <a:off x="2990088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invGray">
          <a:xfrm>
            <a:off x="0" y="0"/>
            <a:ext cx="43891200" cy="502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6400800" y="990600"/>
            <a:ext cx="31089600" cy="251454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6400800" y="6019800"/>
            <a:ext cx="31089600" cy="236296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4/6/2026</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8800" b="1"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00_3780F7DE.xm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416379" y="-65852"/>
            <a:ext cx="31089600" cy="2514540"/>
          </a:xfrm>
        </p:spPr>
        <p:txBody>
          <a:bodyPr>
            <a:normAutofit/>
          </a:bodyPr>
          <a:lstStyle/>
          <a:p>
            <a:pPr algn="ctr"/>
            <a:r>
              <a:rPr lang="en-US" sz="9600"/>
              <a:t>Free Fall Penetrometer Data Analysis Application</a:t>
            </a:r>
            <a:endParaRPr lang="en-US" sz="9600">
              <a:ea typeface="Cambria"/>
            </a:endParaRPr>
          </a:p>
        </p:txBody>
      </p:sp>
      <p:sp>
        <p:nvSpPr>
          <p:cNvPr id="45" name="TextBox 44"/>
          <p:cNvSpPr txBox="1"/>
          <p:nvPr/>
        </p:nvSpPr>
        <p:spPr>
          <a:xfrm>
            <a:off x="6416379" y="2597528"/>
            <a:ext cx="31089600" cy="1938992"/>
          </a:xfrm>
          <a:prstGeom prst="rect">
            <a:avLst/>
          </a:prstGeom>
          <a:noFill/>
        </p:spPr>
        <p:txBody>
          <a:bodyPr wrap="square" lIns="91440" tIns="45720" rIns="91440" bIns="45720" rtlCol="0" anchor="t">
            <a:spAutoFit/>
          </a:bodyPr>
          <a:lstStyle/>
          <a:p>
            <a:pPr algn="ctr"/>
            <a:r>
              <a:rPr lang="en-US" sz="6000">
                <a:solidFill>
                  <a:schemeClr val="bg1"/>
                </a:solidFill>
                <a:ea typeface="+mn-lt"/>
                <a:cs typeface="+mn-lt"/>
              </a:rPr>
              <a:t>Vincent Ciccotelli, Rayya Burns, Brett Dupont, May Fallon, Troy Ciardelli-</a:t>
            </a:r>
            <a:r>
              <a:rPr lang="en-US" sz="6000" err="1">
                <a:solidFill>
                  <a:schemeClr val="bg1"/>
                </a:solidFill>
                <a:ea typeface="+mn-lt"/>
                <a:cs typeface="+mn-lt"/>
              </a:rPr>
              <a:t>Zaryckyj</a:t>
            </a:r>
            <a:r>
              <a:rPr lang="en-US" sz="6000">
                <a:solidFill>
                  <a:schemeClr val="bg1"/>
                </a:solidFill>
                <a:ea typeface="+mn-lt"/>
                <a:cs typeface="+mn-lt"/>
              </a:rPr>
              <a:t>, Anthony Snider </a:t>
            </a:r>
            <a:endParaRPr lang="en-US" sz="6000">
              <a:solidFill>
                <a:schemeClr val="bg1"/>
              </a:solidFill>
              <a:ea typeface="Calibri" panose="020F0502020204030204"/>
              <a:cs typeface="Calibri" panose="020F0502020204030204"/>
            </a:endParaRPr>
          </a:p>
          <a:p>
            <a:pPr algn="ctr"/>
            <a:r>
              <a:rPr lang="en-US" sz="6000">
                <a:solidFill>
                  <a:schemeClr val="bg1"/>
                </a:solidFill>
              </a:rPr>
              <a:t>Department of Computer Science, University of New Hampshire</a:t>
            </a:r>
            <a:endParaRPr lang="en-US" sz="6000">
              <a:solidFill>
                <a:schemeClr val="bg1"/>
              </a:solidFill>
              <a:ea typeface="Calibri"/>
              <a:cs typeface="Calibri"/>
            </a:endParaRP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1397" y="1144645"/>
            <a:ext cx="2478029" cy="2983998"/>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224451" y="1048392"/>
            <a:ext cx="2478029" cy="2983998"/>
          </a:xfrm>
          <a:prstGeom prst="rect">
            <a:avLst/>
          </a:prstGeom>
        </p:spPr>
      </p:pic>
      <p:sp>
        <p:nvSpPr>
          <p:cNvPr id="110" name="Text Placeholder 6">
            <a:extLst>
              <a:ext uri="{FF2B5EF4-FFF2-40B4-BE49-F238E27FC236}">
                <a16:creationId xmlns:a16="http://schemas.microsoft.com/office/drawing/2014/main" id="{DA0B23C5-1EF3-41DD-722F-384F6D15EAC8}"/>
              </a:ext>
            </a:extLst>
          </p:cNvPr>
          <p:cNvSpPr txBox="1">
            <a:spLocks/>
          </p:cNvSpPr>
          <p:nvPr/>
        </p:nvSpPr>
        <p:spPr>
          <a:xfrm>
            <a:off x="508442" y="5366264"/>
            <a:ext cx="12801600" cy="1219200"/>
          </a:xfrm>
          <a:prstGeom prst="round1Rect">
            <a:avLst/>
          </a:prstGeom>
          <a:solidFill>
            <a:schemeClr val="accent3"/>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Introduction</a:t>
            </a:r>
          </a:p>
        </p:txBody>
      </p:sp>
      <p:sp>
        <p:nvSpPr>
          <p:cNvPr id="111" name="Text Placeholder 7">
            <a:extLst>
              <a:ext uri="{FF2B5EF4-FFF2-40B4-BE49-F238E27FC236}">
                <a16:creationId xmlns:a16="http://schemas.microsoft.com/office/drawing/2014/main" id="{A64BBE77-E5D9-0F91-B4B9-77A1356ECF29}"/>
              </a:ext>
            </a:extLst>
          </p:cNvPr>
          <p:cNvSpPr txBox="1">
            <a:spLocks/>
          </p:cNvSpPr>
          <p:nvPr/>
        </p:nvSpPr>
        <p:spPr>
          <a:xfrm>
            <a:off x="508442" y="20749958"/>
            <a:ext cx="12801600" cy="1219200"/>
          </a:xfrm>
          <a:prstGeom prst="round1Rect">
            <a:avLst/>
          </a:prstGeom>
          <a:solidFill>
            <a:schemeClr val="accent3"/>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Requirements</a:t>
            </a:r>
          </a:p>
        </p:txBody>
      </p:sp>
      <p:sp>
        <p:nvSpPr>
          <p:cNvPr id="112" name="Content Placeholder 12">
            <a:extLst>
              <a:ext uri="{FF2B5EF4-FFF2-40B4-BE49-F238E27FC236}">
                <a16:creationId xmlns:a16="http://schemas.microsoft.com/office/drawing/2014/main" id="{7586EC71-AD70-1D41-7FCF-A9088A19301A}"/>
              </a:ext>
            </a:extLst>
          </p:cNvPr>
          <p:cNvSpPr txBox="1">
            <a:spLocks/>
          </p:cNvSpPr>
          <p:nvPr/>
        </p:nvSpPr>
        <p:spPr>
          <a:xfrm>
            <a:off x="462722" y="22009990"/>
            <a:ext cx="12841885" cy="10902460"/>
          </a:xfrm>
          <a:prstGeom prst="rect">
            <a:avLst/>
          </a:prstGeom>
        </p:spPr>
        <p:txBody>
          <a:bodyPr vert="horz" lIns="365760" tIns="182880" rIns="91440" bIns="45720" rtlCol="0" anchor="t">
            <a:no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a:spcBef>
                <a:spcPts val="800"/>
              </a:spcBef>
            </a:pPr>
            <a:r>
              <a:rPr lang="en-US" sz="4100">
                <a:ea typeface="Calibri"/>
                <a:cs typeface="Calibri"/>
              </a:rPr>
              <a:t>Functional:</a:t>
            </a:r>
            <a:endParaRPr lang="en-US">
              <a:ea typeface="Calibri" panose="020F0502020204030204"/>
              <a:cs typeface="Calibri" panose="020F0502020204030204"/>
            </a:endParaRPr>
          </a:p>
          <a:p>
            <a:pPr lvl="1">
              <a:spcBef>
                <a:spcPts val="800"/>
              </a:spcBef>
            </a:pPr>
            <a:r>
              <a:rPr lang="en-US" sz="4100">
                <a:ea typeface="Calibri"/>
                <a:cs typeface="Calibri"/>
              </a:rPr>
              <a:t>All graphical data is saved to appropriately named .csv files</a:t>
            </a:r>
            <a:endParaRPr lang="en-US">
              <a:ea typeface="Calibri" panose="020F0502020204030204"/>
              <a:cs typeface="Calibri" panose="020F0502020204030204"/>
            </a:endParaRPr>
          </a:p>
          <a:p>
            <a:pPr lvl="1">
              <a:spcBef>
                <a:spcPts val="800"/>
              </a:spcBef>
            </a:pPr>
            <a:r>
              <a:rPr lang="en-US" sz="4100">
                <a:ea typeface="Calibri"/>
                <a:cs typeface="Calibri"/>
              </a:rPr>
              <a:t>Analyze data using specified correction types</a:t>
            </a:r>
            <a:endParaRPr lang="en-US">
              <a:ea typeface="Calibri"/>
              <a:cs typeface="Calibri"/>
            </a:endParaRPr>
          </a:p>
          <a:p>
            <a:pPr lvl="1">
              <a:spcBef>
                <a:spcPts val="800"/>
              </a:spcBef>
            </a:pPr>
            <a:r>
              <a:rPr lang="en-US" sz="4100">
                <a:ea typeface="Calibri"/>
                <a:cs typeface="Calibri"/>
              </a:rPr>
              <a:t>Outputs bearing capacity graph based on user-inputted values</a:t>
            </a:r>
            <a:endParaRPr lang="en-US">
              <a:ea typeface="Calibri"/>
              <a:cs typeface="Calibri"/>
            </a:endParaRPr>
          </a:p>
          <a:p>
            <a:pPr lvl="1">
              <a:spcBef>
                <a:spcPts val="800"/>
              </a:spcBef>
            </a:pPr>
            <a:r>
              <a:rPr lang="en-US" sz="4100">
                <a:ea typeface="Calibri"/>
                <a:cs typeface="Calibri"/>
              </a:rPr>
              <a:t>Correctly classifies soil type based on penetration depth</a:t>
            </a:r>
          </a:p>
          <a:p>
            <a:pPr lvl="1">
              <a:spcBef>
                <a:spcPts val="800"/>
              </a:spcBef>
            </a:pPr>
            <a:r>
              <a:rPr lang="en-US" sz="4100">
                <a:ea typeface="Calibri"/>
                <a:cs typeface="Calibri"/>
              </a:rPr>
              <a:t>Calculates relative density and friction angle for certain soil types</a:t>
            </a:r>
          </a:p>
          <a:p>
            <a:pPr lvl="1">
              <a:spcBef>
                <a:spcPts val="800"/>
              </a:spcBef>
            </a:pPr>
            <a:r>
              <a:rPr lang="en-US" sz="4100">
                <a:ea typeface="Calibri"/>
                <a:cs typeface="Calibri"/>
              </a:rPr>
              <a:t>Analyze data to visualize pore pressure</a:t>
            </a:r>
            <a:endParaRPr lang="en-US">
              <a:ea typeface="Calibri"/>
              <a:cs typeface="Calibri"/>
            </a:endParaRPr>
          </a:p>
          <a:p>
            <a:pPr>
              <a:spcBef>
                <a:spcPts val="800"/>
              </a:spcBef>
            </a:pPr>
            <a:r>
              <a:rPr lang="en-US" sz="4100">
                <a:ea typeface="Calibri"/>
                <a:cs typeface="Calibri"/>
              </a:rPr>
              <a:t>Non-Functional:</a:t>
            </a:r>
            <a:endParaRPr lang="en-US">
              <a:ea typeface="Calibri"/>
              <a:cs typeface="Calibri"/>
            </a:endParaRPr>
          </a:p>
          <a:p>
            <a:pPr lvl="1">
              <a:spcBef>
                <a:spcPts val="800"/>
              </a:spcBef>
            </a:pPr>
            <a:r>
              <a:rPr lang="en-US" sz="4100">
                <a:ea typeface="Calibri"/>
                <a:cs typeface="Calibri"/>
              </a:rPr>
              <a:t>Intuitive user experience with no terminal usage</a:t>
            </a:r>
          </a:p>
          <a:p>
            <a:pPr lvl="1">
              <a:spcBef>
                <a:spcPts val="800"/>
              </a:spcBef>
            </a:pPr>
            <a:r>
              <a:rPr lang="en-US" sz="4100">
                <a:ea typeface="Calibri"/>
                <a:cs typeface="Calibri"/>
              </a:rPr>
              <a:t>Only valid inputs are processed</a:t>
            </a:r>
          </a:p>
          <a:p>
            <a:pPr lvl="1">
              <a:spcBef>
                <a:spcPts val="800"/>
              </a:spcBef>
            </a:pPr>
            <a:r>
              <a:rPr lang="en-US" sz="4100">
                <a:ea typeface="Calibri"/>
                <a:cs typeface="Calibri"/>
              </a:rPr>
              <a:t>User input to data output is under three seconds</a:t>
            </a:r>
          </a:p>
        </p:txBody>
      </p:sp>
      <p:sp>
        <p:nvSpPr>
          <p:cNvPr id="113" name="Text Placeholder 8">
            <a:extLst>
              <a:ext uri="{FF2B5EF4-FFF2-40B4-BE49-F238E27FC236}">
                <a16:creationId xmlns:a16="http://schemas.microsoft.com/office/drawing/2014/main" id="{969CE88C-9244-E766-8D50-E4C6475082EA}"/>
              </a:ext>
            </a:extLst>
          </p:cNvPr>
          <p:cNvSpPr txBox="1">
            <a:spLocks/>
          </p:cNvSpPr>
          <p:nvPr/>
        </p:nvSpPr>
        <p:spPr>
          <a:xfrm>
            <a:off x="14935860" y="5366264"/>
            <a:ext cx="12801600" cy="1219200"/>
          </a:xfrm>
          <a:prstGeom prst="round1Rect">
            <a:avLst/>
          </a:prstGeom>
          <a:solidFill>
            <a:schemeClr val="accent4"/>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Implementation</a:t>
            </a:r>
          </a:p>
        </p:txBody>
      </p:sp>
      <p:sp>
        <p:nvSpPr>
          <p:cNvPr id="114" name="Content Placeholder 13">
            <a:extLst>
              <a:ext uri="{FF2B5EF4-FFF2-40B4-BE49-F238E27FC236}">
                <a16:creationId xmlns:a16="http://schemas.microsoft.com/office/drawing/2014/main" id="{5A6F4BD0-EDAD-82A5-5C75-564D370CD182}"/>
              </a:ext>
            </a:extLst>
          </p:cNvPr>
          <p:cNvSpPr txBox="1">
            <a:spLocks/>
          </p:cNvSpPr>
          <p:nvPr/>
        </p:nvSpPr>
        <p:spPr>
          <a:xfrm>
            <a:off x="14935860" y="6592456"/>
            <a:ext cx="12801600" cy="4008690"/>
          </a:xfrm>
          <a:prstGeom prst="rect">
            <a:avLst/>
          </a:prstGeom>
        </p:spPr>
        <p:txBody>
          <a:bodyPr vert="horz" lIns="365760" tIns="182880" rIns="91440" bIns="45720" rtlCol="0" anchor="t">
            <a:no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0" indent="0">
              <a:buNone/>
            </a:pPr>
            <a:r>
              <a:rPr lang="en-US" sz="4100"/>
              <a:t>Our project uses Python 3.10+ with </a:t>
            </a:r>
            <a:r>
              <a:rPr lang="en-US" sz="4100" i="1"/>
              <a:t>NumPy</a:t>
            </a:r>
            <a:r>
              <a:rPr lang="en-US" sz="4100"/>
              <a:t>, </a:t>
            </a:r>
            <a:r>
              <a:rPr lang="en-US" sz="4100" i="1"/>
              <a:t>SciPy</a:t>
            </a:r>
            <a:r>
              <a:rPr lang="en-US" sz="4100"/>
              <a:t>, </a:t>
            </a:r>
            <a:r>
              <a:rPr lang="en-US" sz="4100" i="1"/>
              <a:t>Shapely</a:t>
            </a:r>
            <a:r>
              <a:rPr lang="en-US" sz="4100"/>
              <a:t>,</a:t>
            </a:r>
            <a:r>
              <a:rPr lang="en-US" sz="4100" i="1"/>
              <a:t> matplotlib</a:t>
            </a:r>
            <a:r>
              <a:rPr lang="en-US" sz="4100"/>
              <a:t>,</a:t>
            </a:r>
            <a:r>
              <a:rPr lang="en-US" sz="4100" i="1"/>
              <a:t> pandas</a:t>
            </a:r>
            <a:r>
              <a:rPr lang="en-US" sz="4100"/>
              <a:t>, and </a:t>
            </a:r>
            <a:r>
              <a:rPr lang="en-US" sz="4100" i="1" err="1"/>
              <a:t>Tkinter</a:t>
            </a:r>
            <a:r>
              <a:rPr lang="en-US" sz="4100" err="1"/>
              <a:t> </a:t>
            </a:r>
            <a:r>
              <a:rPr lang="en-US" sz="4100"/>
              <a:t>for computation, visualization, and GUI development. These tools were best for unifying all existing functionality in a modular way that is easy to understand and be improved on, and using Python was the best choice to allow the project to be packaged as a complete application.</a:t>
            </a:r>
          </a:p>
          <a:p>
            <a:endParaRPr lang="en-US" sz="4100"/>
          </a:p>
        </p:txBody>
      </p:sp>
      <p:sp>
        <p:nvSpPr>
          <p:cNvPr id="115" name="Content Placeholder 16">
            <a:extLst>
              <a:ext uri="{FF2B5EF4-FFF2-40B4-BE49-F238E27FC236}">
                <a16:creationId xmlns:a16="http://schemas.microsoft.com/office/drawing/2014/main" id="{64485BC4-9EDF-0970-E61A-6AC474421D59}"/>
              </a:ext>
            </a:extLst>
          </p:cNvPr>
          <p:cNvSpPr txBox="1">
            <a:spLocks/>
          </p:cNvSpPr>
          <p:nvPr/>
        </p:nvSpPr>
        <p:spPr>
          <a:xfrm>
            <a:off x="14133206" y="30173455"/>
            <a:ext cx="14520760" cy="2621532"/>
          </a:xfrm>
          <a:prstGeom prst="rect">
            <a:avLst/>
          </a:prstGeom>
        </p:spPr>
        <p:txBody>
          <a:bodyPr vert="horz" lIns="365760" tIns="182880" rIns="91440" bIns="45720" rtlCol="0" anchor="t">
            <a:norm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514350" indent="-514350">
              <a:buAutoNum type="alphaUcPeriod"/>
            </a:pPr>
            <a:r>
              <a:rPr lang="en-US" sz="3400"/>
              <a:t>Data</a:t>
            </a:r>
            <a:r>
              <a:rPr lang="en-US" sz="3400">
                <a:ea typeface="+mn-lt"/>
                <a:cs typeface="+mn-lt"/>
              </a:rPr>
              <a:t> flow diagram illustrating how the system calculates relative density and friction angle, and presents the results with QSBC graph.</a:t>
            </a:r>
            <a:endParaRPr lang="en-US" sz="3400">
              <a:ea typeface="Calibri"/>
              <a:cs typeface="Calibri"/>
            </a:endParaRPr>
          </a:p>
          <a:p>
            <a:pPr>
              <a:buAutoNum type="alphaUcPeriod"/>
            </a:pPr>
            <a:r>
              <a:rPr lang="en-US" sz="3400">
                <a:ea typeface="Calibri"/>
                <a:cs typeface="Calibri"/>
              </a:rPr>
              <a:t> Image of User Interface after calculating Quasi-Static Bearing Capacity, Friction Angle, and Relative Density</a:t>
            </a:r>
          </a:p>
          <a:p>
            <a:pPr marL="0" indent="0">
              <a:buNone/>
            </a:pPr>
            <a:endParaRPr lang="en-US" sz="3428">
              <a:ea typeface="Calibri" panose="020F0502020204030204"/>
              <a:cs typeface="Calibri" panose="020F0502020204030204"/>
            </a:endParaRPr>
          </a:p>
        </p:txBody>
      </p:sp>
      <p:sp>
        <p:nvSpPr>
          <p:cNvPr id="116" name="Text Placeholder 17">
            <a:extLst>
              <a:ext uri="{FF2B5EF4-FFF2-40B4-BE49-F238E27FC236}">
                <a16:creationId xmlns:a16="http://schemas.microsoft.com/office/drawing/2014/main" id="{CFA02D7A-A6E5-738F-5EFA-68445ADC93DE}"/>
              </a:ext>
            </a:extLst>
          </p:cNvPr>
          <p:cNvSpPr txBox="1">
            <a:spLocks/>
          </p:cNvSpPr>
          <p:nvPr/>
        </p:nvSpPr>
        <p:spPr>
          <a:xfrm>
            <a:off x="29420427" y="5366264"/>
            <a:ext cx="12801600" cy="1354667"/>
          </a:xfrm>
          <a:prstGeom prst="round1Rect">
            <a:avLst/>
          </a:prstGeom>
          <a:solidFill>
            <a:schemeClr val="accent6"/>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Testing</a:t>
            </a:r>
          </a:p>
        </p:txBody>
      </p:sp>
      <p:sp>
        <p:nvSpPr>
          <p:cNvPr id="117" name="Text Placeholder 20">
            <a:extLst>
              <a:ext uri="{FF2B5EF4-FFF2-40B4-BE49-F238E27FC236}">
                <a16:creationId xmlns:a16="http://schemas.microsoft.com/office/drawing/2014/main" id="{5B277F76-B267-57C3-C985-9C7DF5C58FFA}"/>
              </a:ext>
            </a:extLst>
          </p:cNvPr>
          <p:cNvSpPr txBox="1">
            <a:spLocks/>
          </p:cNvSpPr>
          <p:nvPr/>
        </p:nvSpPr>
        <p:spPr>
          <a:xfrm>
            <a:off x="29420427" y="12154882"/>
            <a:ext cx="12801600" cy="1219200"/>
          </a:xfrm>
          <a:prstGeom prst="round1Rect">
            <a:avLst/>
          </a:prstGeom>
          <a:solidFill>
            <a:schemeClr val="accent1"/>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Evaluation &amp; conclusion</a:t>
            </a:r>
          </a:p>
        </p:txBody>
      </p:sp>
      <p:sp>
        <p:nvSpPr>
          <p:cNvPr id="118" name="Text Placeholder 1">
            <a:extLst>
              <a:ext uri="{FF2B5EF4-FFF2-40B4-BE49-F238E27FC236}">
                <a16:creationId xmlns:a16="http://schemas.microsoft.com/office/drawing/2014/main" id="{F03A0CBE-2318-1FE8-0B94-FAB8283FA84D}"/>
              </a:ext>
            </a:extLst>
          </p:cNvPr>
          <p:cNvSpPr txBox="1">
            <a:spLocks/>
          </p:cNvSpPr>
          <p:nvPr/>
        </p:nvSpPr>
        <p:spPr>
          <a:xfrm>
            <a:off x="507508" y="6592457"/>
            <a:ext cx="12801600" cy="7285202"/>
          </a:xfrm>
          <a:prstGeom prst="rect">
            <a:avLst/>
          </a:prstGeom>
        </p:spPr>
        <p:txBody>
          <a:bodyPr vert="horz" lIns="365760" tIns="182880" rIns="91440" bIns="45720" rtlCol="0" anchor="t">
            <a:no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0" indent="0">
              <a:spcBef>
                <a:spcPts val="1000"/>
              </a:spcBef>
              <a:buNone/>
            </a:pPr>
            <a:r>
              <a:rPr lang="en-US" sz="4100">
                <a:latin typeface="Calibri"/>
                <a:ea typeface="Calibri"/>
                <a:cs typeface="Calibri"/>
              </a:rPr>
              <a:t>Free Fall Penetrometers (FFP) are small devices deployed from boats to measure soil strength and pore pressure. These measurements are further analyzed to characterize soil sediment, providing important data for offshore site development. The existing data analysis methods utilized by ocean </a:t>
            </a:r>
            <a:r>
              <a:rPr lang="en-US" sz="4100">
                <a:ea typeface="Calibri"/>
                <a:cs typeface="Calibri"/>
              </a:rPr>
              <a:t>researchers</a:t>
            </a:r>
            <a:r>
              <a:rPr lang="en-US" sz="4100">
                <a:latin typeface="Calibri"/>
                <a:ea typeface="Calibri"/>
                <a:cs typeface="Calibri"/>
              </a:rPr>
              <a:t> lack a graphical user interface, are spread across multiple tools and programming languages, and do not provide any validation of user input. Last year's development team created a desktop application that combined all existing data analysis functionality with a graphical interface. </a:t>
            </a:r>
          </a:p>
        </p:txBody>
      </p:sp>
      <p:sp>
        <p:nvSpPr>
          <p:cNvPr id="119" name="Text Placeholder 19">
            <a:extLst>
              <a:ext uri="{FF2B5EF4-FFF2-40B4-BE49-F238E27FC236}">
                <a16:creationId xmlns:a16="http://schemas.microsoft.com/office/drawing/2014/main" id="{28050572-7C15-343F-0E94-87EF01214771}"/>
              </a:ext>
            </a:extLst>
          </p:cNvPr>
          <p:cNvSpPr txBox="1">
            <a:spLocks/>
          </p:cNvSpPr>
          <p:nvPr/>
        </p:nvSpPr>
        <p:spPr>
          <a:xfrm>
            <a:off x="14935860" y="11432177"/>
            <a:ext cx="12801600" cy="1219200"/>
          </a:xfrm>
          <a:prstGeom prst="round1Rect">
            <a:avLst/>
          </a:prstGeom>
          <a:solidFill>
            <a:schemeClr val="accent4"/>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Design</a:t>
            </a:r>
          </a:p>
        </p:txBody>
      </p:sp>
      <p:sp>
        <p:nvSpPr>
          <p:cNvPr id="120" name="TextBox 119">
            <a:extLst>
              <a:ext uri="{FF2B5EF4-FFF2-40B4-BE49-F238E27FC236}">
                <a16:creationId xmlns:a16="http://schemas.microsoft.com/office/drawing/2014/main" id="{CB10134B-2A8F-96D6-E824-8724127ED2DA}"/>
              </a:ext>
            </a:extLst>
          </p:cNvPr>
          <p:cNvSpPr txBox="1"/>
          <p:nvPr/>
        </p:nvSpPr>
        <p:spPr>
          <a:xfrm>
            <a:off x="29420427" y="6897246"/>
            <a:ext cx="12801600" cy="5139869"/>
          </a:xfrm>
          <a:prstGeom prst="rect">
            <a:avLst/>
          </a:prstGeom>
          <a:noFill/>
        </p:spPr>
        <p:txBody>
          <a:bodyPr wrap="square" lIns="91440" tIns="45720" rIns="91440" bIns="45720" rtlCol="0" anchor="t">
            <a:spAutoFit/>
          </a:bodyPr>
          <a:lstStyle/>
          <a:p>
            <a:pPr>
              <a:buClr>
                <a:schemeClr val="accent2"/>
              </a:buClr>
            </a:pPr>
            <a:r>
              <a:rPr lang="en-US" sz="4100">
                <a:ea typeface="Calibri"/>
                <a:cs typeface="Calibri"/>
              </a:rPr>
              <a:t>We successfully generated and validated graphical outputs, ensuring consistency with existing MATLAB, Excel, and Python results by directly comparing graphs and numeric data. We have also created new unit tests to help future contributors change the code and ensure they do not introduce errors to the existing functionality. Soil relative density and friction angle calculations were tested against existing processed data provided by the project sponsor.</a:t>
            </a:r>
            <a:endParaRPr lang="en-US"/>
          </a:p>
        </p:txBody>
      </p:sp>
      <p:pic>
        <p:nvPicPr>
          <p:cNvPr id="124" name="Picture 123">
            <a:extLst>
              <a:ext uri="{FF2B5EF4-FFF2-40B4-BE49-F238E27FC236}">
                <a16:creationId xmlns:a16="http://schemas.microsoft.com/office/drawing/2014/main" id="{EAC6A878-B0D5-7F72-C053-B97906EC710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rot="5400000">
            <a:off x="7078774" y="14254305"/>
            <a:ext cx="7045753" cy="5312459"/>
          </a:xfrm>
          <a:prstGeom prst="rect">
            <a:avLst/>
          </a:prstGeom>
        </p:spPr>
      </p:pic>
      <p:sp>
        <p:nvSpPr>
          <p:cNvPr id="127" name="Text Placeholder 20">
            <a:extLst>
              <a:ext uri="{FF2B5EF4-FFF2-40B4-BE49-F238E27FC236}">
                <a16:creationId xmlns:a16="http://schemas.microsoft.com/office/drawing/2014/main" id="{6B066CAD-B2E6-4AEC-EFCD-D46275EB63C2}"/>
              </a:ext>
            </a:extLst>
          </p:cNvPr>
          <p:cNvSpPr txBox="1">
            <a:spLocks/>
          </p:cNvSpPr>
          <p:nvPr/>
        </p:nvSpPr>
        <p:spPr>
          <a:xfrm>
            <a:off x="29420427" y="22519391"/>
            <a:ext cx="12801600" cy="1219200"/>
          </a:xfrm>
          <a:prstGeom prst="round1Rect">
            <a:avLst/>
          </a:prstGeom>
          <a:solidFill>
            <a:schemeClr val="accent6"/>
          </a:solidFill>
        </p:spPr>
        <p:txBody>
          <a:bodyPr vert="horz" lIns="365760" tIns="45720" rIns="91440" bIns="45720" rtlCol="0" anchor="ctr">
            <a:noAutofit/>
          </a:bodyPr>
          <a:lstStyle>
            <a:lvl1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1pPr>
            <a:lvl2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2pPr>
            <a:lvl3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3pPr>
            <a:lvl4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4pPr>
            <a:lvl5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5pPr>
            <a:lvl6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6pPr>
            <a:lvl7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7pPr>
            <a:lvl8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8pPr>
            <a:lvl9pPr marL="0" indent="0" algn="l" defTabSz="3761915" rtl="0" eaLnBrk="1" latinLnBrk="0" hangingPunct="1">
              <a:lnSpc>
                <a:spcPct val="100000"/>
              </a:lnSpc>
              <a:spcBef>
                <a:spcPts val="0"/>
              </a:spcBef>
              <a:buClr>
                <a:schemeClr val="accent2"/>
              </a:buClr>
              <a:buFont typeface="Arial" panose="020B0604020202020204" pitchFamily="34" charset="0"/>
              <a:buNone/>
              <a:defRPr sz="5143" kern="1200" cap="all" baseline="0">
                <a:solidFill>
                  <a:schemeClr val="bg1"/>
                </a:solidFill>
                <a:latin typeface="+mj-lt"/>
                <a:ea typeface="+mn-ea"/>
                <a:cs typeface="+mn-cs"/>
              </a:defRPr>
            </a:lvl9pPr>
          </a:lstStyle>
          <a:p>
            <a:r>
              <a:rPr lang="en-US" sz="6000">
                <a:solidFill>
                  <a:srgbClr val="FFFFFF"/>
                </a:solidFill>
              </a:rPr>
              <a:t>Future Work</a:t>
            </a:r>
          </a:p>
        </p:txBody>
      </p:sp>
      <p:sp>
        <p:nvSpPr>
          <p:cNvPr id="2" name="Content Placeholder 12">
            <a:extLst>
              <a:ext uri="{FF2B5EF4-FFF2-40B4-BE49-F238E27FC236}">
                <a16:creationId xmlns:a16="http://schemas.microsoft.com/office/drawing/2014/main" id="{248BECBA-A6A4-47E1-3EA5-EB114B63BE39}"/>
              </a:ext>
            </a:extLst>
          </p:cNvPr>
          <p:cNvSpPr txBox="1">
            <a:spLocks/>
          </p:cNvSpPr>
          <p:nvPr/>
        </p:nvSpPr>
        <p:spPr>
          <a:xfrm>
            <a:off x="29420427" y="23780957"/>
            <a:ext cx="13059568" cy="4649702"/>
          </a:xfrm>
          <a:prstGeom prst="rect">
            <a:avLst/>
          </a:prstGeom>
        </p:spPr>
        <p:txBody>
          <a:bodyPr vert="horz" lIns="365760" tIns="182880" rIns="91440" bIns="45720" rtlCol="0" anchor="t">
            <a:noAutofit/>
          </a:bodyPr>
          <a:lstStyle>
            <a:lvl1pPr marL="391866" indent="-391866" algn="l" defTabSz="3761915" rtl="0" eaLnBrk="1" latinLnBrk="0" hangingPunct="1">
              <a:lnSpc>
                <a:spcPct val="100000"/>
              </a:lnSpc>
              <a:spcBef>
                <a:spcPts val="1029"/>
              </a:spcBef>
              <a:buClr>
                <a:schemeClr val="accent2"/>
              </a:buClr>
              <a:buFont typeface="Arial" panose="020B0604020202020204" pitchFamily="34" charset="0"/>
              <a:buChar char="•"/>
              <a:defRPr sz="2400" kern="1200" baseline="0">
                <a:solidFill>
                  <a:schemeClr val="tx1"/>
                </a:solidFill>
                <a:latin typeface="+mn-lt"/>
                <a:ea typeface="+mn-ea"/>
                <a:cs typeface="+mn-cs"/>
              </a:defRPr>
            </a:lvl1pPr>
            <a:lvl2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2pPr>
            <a:lvl3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3pPr>
            <a:lvl4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4pPr>
            <a:lvl5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5pPr>
            <a:lvl6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6pPr>
            <a:lvl7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7pPr>
            <a:lvl8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8pPr>
            <a:lvl9pPr marL="940479" indent="-391866" algn="l" defTabSz="3761915" rtl="0" eaLnBrk="1" latinLnBrk="0" hangingPunct="1">
              <a:lnSpc>
                <a:spcPct val="100000"/>
              </a:lnSpc>
              <a:spcBef>
                <a:spcPts val="1029"/>
              </a:spcBef>
              <a:buClr>
                <a:schemeClr val="accent2"/>
              </a:buClr>
              <a:buFont typeface="Arial" panose="020B0604020202020204" pitchFamily="34" charset="0"/>
              <a:buChar char="•"/>
              <a:defRPr sz="2057" kern="1200">
                <a:solidFill>
                  <a:schemeClr val="tx1"/>
                </a:solidFill>
                <a:latin typeface="+mn-lt"/>
                <a:ea typeface="+mn-ea"/>
                <a:cs typeface="+mn-cs"/>
              </a:defRPr>
            </a:lvl9pPr>
          </a:lstStyle>
          <a:p>
            <a:pPr marL="391795" indent="-391795"/>
            <a:r>
              <a:rPr lang="en-US" sz="4100">
                <a:ea typeface="Calibri" panose="020F0502020204030204"/>
                <a:cs typeface="Calibri" panose="020F0502020204030204"/>
              </a:rPr>
              <a:t>Implement additional penetrometer data analysis modules based on geotechnical strength properties</a:t>
            </a:r>
          </a:p>
          <a:p>
            <a:pPr marL="391795" indent="-391795"/>
            <a:r>
              <a:rPr lang="en-US" sz="4100">
                <a:ea typeface="Calibri" panose="020F0502020204030204"/>
                <a:cs typeface="Calibri" panose="020F0502020204030204"/>
              </a:rPr>
              <a:t>Add/improve upon soil characterization models</a:t>
            </a:r>
          </a:p>
          <a:p>
            <a:pPr marL="940435" lvl="1" indent="-391795">
              <a:buFont typeface="Courier New" panose="020B0604020202020204" pitchFamily="34" charset="0"/>
              <a:buChar char="o"/>
            </a:pPr>
            <a:r>
              <a:rPr lang="en-US" sz="3750">
                <a:ea typeface="Calibri" panose="020F0502020204030204"/>
                <a:cs typeface="Calibri" panose="020F0502020204030204"/>
              </a:rPr>
              <a:t>More complex and accurate models that consider variance of data; allowing user-input data at runtime</a:t>
            </a:r>
          </a:p>
          <a:p>
            <a:pPr marL="940435" lvl="1" indent="-391795">
              <a:buFont typeface="Courier New" panose="020B0604020202020204" pitchFamily="34" charset="0"/>
              <a:buChar char="o"/>
            </a:pPr>
            <a:r>
              <a:rPr lang="en-US" sz="3750">
                <a:ea typeface="Calibri" panose="020F0502020204030204"/>
                <a:cs typeface="Calibri" panose="020F0502020204030204"/>
              </a:rPr>
              <a:t>Models to predict  more types of soil</a:t>
            </a:r>
          </a:p>
          <a:p>
            <a:pPr marL="391795" indent="-391795"/>
            <a:r>
              <a:rPr lang="en-US" sz="4100">
                <a:ea typeface="Calibri" panose="020F0502020204030204"/>
                <a:cs typeface="Calibri" panose="020F0502020204030204"/>
              </a:rPr>
              <a:t>Extend analysis of pore pressure data</a:t>
            </a:r>
          </a:p>
          <a:p>
            <a:pPr marL="391795" indent="-391795"/>
            <a:endParaRPr lang="en-US" sz="4100">
              <a:ea typeface="Calibri" panose="020F0502020204030204"/>
              <a:cs typeface="Calibri" panose="020F0502020204030204"/>
            </a:endParaRPr>
          </a:p>
          <a:p>
            <a:pPr marL="391795" indent="-391795"/>
            <a:endParaRPr lang="en-US" sz="4100">
              <a:ea typeface="Calibri" panose="020F0502020204030204"/>
              <a:cs typeface="Calibri" panose="020F0502020204030204"/>
            </a:endParaRPr>
          </a:p>
          <a:p>
            <a:pPr marL="457200" lvl="2" indent="-391795">
              <a:buFont typeface="Wingdings" panose="020B0604020202020204" pitchFamily="34" charset="0"/>
              <a:buChar char="§"/>
            </a:pPr>
            <a:endParaRPr lang="en-US" sz="3750">
              <a:ea typeface="Calibri" panose="020F0502020204030204"/>
              <a:cs typeface="Calibri" panose="020F0502020204030204"/>
            </a:endParaRPr>
          </a:p>
          <a:p>
            <a:pPr marL="940435" lvl="1" indent="-391795">
              <a:buFont typeface="Courier New" panose="020B0604020202020204" pitchFamily="34" charset="0"/>
              <a:buChar char="o"/>
            </a:pPr>
            <a:endParaRPr lang="en-US" sz="3750">
              <a:ea typeface="Calibri" panose="020F0502020204030204"/>
              <a:cs typeface="Calibri" panose="020F0502020204030204"/>
            </a:endParaRPr>
          </a:p>
          <a:p>
            <a:pPr marL="940435" lvl="1" indent="-391795">
              <a:buFont typeface="Courier New" panose="020B0604020202020204" pitchFamily="34" charset="0"/>
              <a:buChar char="o"/>
            </a:pPr>
            <a:endParaRPr lang="en-US" sz="3750">
              <a:ea typeface="Calibri" panose="020F0502020204030204"/>
              <a:cs typeface="Calibri" panose="020F0502020204030204"/>
            </a:endParaRPr>
          </a:p>
          <a:p>
            <a:pPr marL="391795" indent="-391795"/>
            <a:endParaRPr lang="en-US" sz="4100">
              <a:ea typeface="Calibri" panose="020F0502020204030204"/>
              <a:cs typeface="Calibri" panose="020F0502020204030204"/>
            </a:endParaRPr>
          </a:p>
          <a:p>
            <a:pPr marL="391795" indent="-391795"/>
            <a:endParaRPr lang="en-US" sz="4100">
              <a:ea typeface="Calibri" panose="020F0502020204030204"/>
              <a:cs typeface="Calibri" panose="020F0502020204030204"/>
            </a:endParaRPr>
          </a:p>
        </p:txBody>
      </p:sp>
      <p:sp>
        <p:nvSpPr>
          <p:cNvPr id="5" name="TextBox 4">
            <a:extLst>
              <a:ext uri="{FF2B5EF4-FFF2-40B4-BE49-F238E27FC236}">
                <a16:creationId xmlns:a16="http://schemas.microsoft.com/office/drawing/2014/main" id="{AB8C37E5-918E-62AB-FE38-9FBE7E2C1EB0}"/>
              </a:ext>
            </a:extLst>
          </p:cNvPr>
          <p:cNvSpPr txBox="1"/>
          <p:nvPr/>
        </p:nvSpPr>
        <p:spPr>
          <a:xfrm>
            <a:off x="29435667" y="13468451"/>
            <a:ext cx="12801600" cy="8925520"/>
          </a:xfrm>
          <a:prstGeom prst="rect">
            <a:avLst/>
          </a:prstGeom>
          <a:noFill/>
        </p:spPr>
        <p:txBody>
          <a:bodyPr wrap="square" lIns="91440" tIns="45720" rIns="91440" bIns="45720" rtlCol="0" anchor="t">
            <a:spAutoFit/>
          </a:bodyPr>
          <a:lstStyle/>
          <a:p>
            <a:pPr>
              <a:spcBef>
                <a:spcPts val="1000"/>
              </a:spcBef>
              <a:spcAft>
                <a:spcPts val="1000"/>
              </a:spcAft>
              <a:buClr>
                <a:schemeClr val="accent2"/>
              </a:buClr>
            </a:pPr>
            <a:r>
              <a:rPr lang="en-US" sz="4100"/>
              <a:t>New data </a:t>
            </a:r>
            <a:r>
              <a:rPr lang="en-US" sz="4100" err="1"/>
              <a:t>calculat</a:t>
            </a:r>
            <a:r>
              <a:rPr lang="en-US" sz="4100"/>
              <a:t>ion and representation such as relative density and friction angle help provide the user a more centralized experience, preventing the need to perform these calculations outside of the application. Improvements to the display of quasi-static bearing capacity and other FFP data have increased clarity and improved the flow of the application. New values for users to input have boosted the flexibility and usability of the application tremendously, allowing users to experiment with plots. Additionally, input validation and plotting limits data entry errors and prevents them from corrupting a data analysis session. These factors allow ocean engineers to focus on the results of the data rather than the analytical process itself.​</a:t>
            </a:r>
            <a:endParaRPr lang="en-US" sz="4100">
              <a:ea typeface="Calibri"/>
              <a:cs typeface="Calibri"/>
            </a:endParaRPr>
          </a:p>
        </p:txBody>
      </p:sp>
      <p:sp>
        <p:nvSpPr>
          <p:cNvPr id="6" name="Text Placeholder 20">
            <a:extLst>
              <a:ext uri="{FF2B5EF4-FFF2-40B4-BE49-F238E27FC236}">
                <a16:creationId xmlns:a16="http://schemas.microsoft.com/office/drawing/2014/main" id="{37A6DCAC-166F-C7AB-6562-526EDA4CDB64}"/>
              </a:ext>
            </a:extLst>
          </p:cNvPr>
          <p:cNvSpPr txBox="1">
            <a:spLocks/>
          </p:cNvSpPr>
          <p:nvPr/>
        </p:nvSpPr>
        <p:spPr>
          <a:xfrm>
            <a:off x="29435667" y="28973699"/>
            <a:ext cx="12801600" cy="1219200"/>
          </a:xfrm>
          <a:prstGeom prst="round1Rect">
            <a:avLst/>
          </a:prstGeom>
          <a:solidFill>
            <a:schemeClr val="accent1"/>
          </a:solidFill>
        </p:spPr>
        <p:txBody>
          <a:bodyPr vert="horz" lIns="365760" tIns="45720" rIns="91440" bIns="45720" rtlCol="0" anchor="ctr">
            <a:noAutofit/>
          </a:bodyPr>
          <a:lstStyle>
            <a:lvl1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accent2"/>
              </a:buClr>
              <a:buFont typeface="Arial" panose="020B0604020202020204" pitchFamily="34" charset="0"/>
              <a:buNone/>
              <a:defRPr sz="6000" kern="1200" cap="all" baseline="0">
                <a:solidFill>
                  <a:schemeClr val="bg1"/>
                </a:solidFill>
                <a:latin typeface="+mj-lt"/>
                <a:ea typeface="+mn-ea"/>
                <a:cs typeface="+mn-cs"/>
              </a:defRPr>
            </a:lvl9pPr>
          </a:lstStyle>
          <a:p>
            <a:r>
              <a:rPr lang="en-US"/>
              <a:t>ACKNOWLEDGMENTs</a:t>
            </a:r>
          </a:p>
        </p:txBody>
      </p:sp>
      <p:sp>
        <p:nvSpPr>
          <p:cNvPr id="7" name="TextBox 6">
            <a:extLst>
              <a:ext uri="{FF2B5EF4-FFF2-40B4-BE49-F238E27FC236}">
                <a16:creationId xmlns:a16="http://schemas.microsoft.com/office/drawing/2014/main" id="{8F443205-1059-6436-7EC8-8D37143095C8}"/>
              </a:ext>
            </a:extLst>
          </p:cNvPr>
          <p:cNvSpPr txBox="1"/>
          <p:nvPr/>
        </p:nvSpPr>
        <p:spPr>
          <a:xfrm>
            <a:off x="29420427" y="30400219"/>
            <a:ext cx="12781393" cy="3247043"/>
          </a:xfrm>
          <a:prstGeom prst="rect">
            <a:avLst/>
          </a:prstGeom>
          <a:noFill/>
        </p:spPr>
        <p:txBody>
          <a:bodyPr wrap="square" lIns="91440" tIns="45720" rIns="91440" bIns="45720" rtlCol="0" anchor="t">
            <a:spAutoFit/>
          </a:bodyPr>
          <a:lstStyle/>
          <a:p>
            <a:pPr>
              <a:buClr>
                <a:schemeClr val="accent2"/>
              </a:buClr>
            </a:pPr>
            <a:r>
              <a:rPr lang="en-US" sz="4100"/>
              <a:t>Project Sponsor: Julie Paprocki</a:t>
            </a:r>
          </a:p>
          <a:p>
            <a:r>
              <a:rPr lang="en-US" sz="4100"/>
              <a:t>Faculty Advisor: Lisa Henry</a:t>
            </a:r>
            <a:br>
              <a:rPr lang="en-US" sz="4100"/>
            </a:br>
            <a:br>
              <a:rPr lang="en-US" sz="4100"/>
            </a:br>
            <a:br>
              <a:rPr lang="en-US" sz="4100"/>
            </a:br>
            <a:endParaRPr lang="en-US" sz="4100">
              <a:ea typeface="Calibri"/>
              <a:cs typeface="Calibri"/>
            </a:endParaRPr>
          </a:p>
        </p:txBody>
      </p:sp>
      <p:sp>
        <p:nvSpPr>
          <p:cNvPr id="3" name="TextBox 2">
            <a:extLst>
              <a:ext uri="{FF2B5EF4-FFF2-40B4-BE49-F238E27FC236}">
                <a16:creationId xmlns:a16="http://schemas.microsoft.com/office/drawing/2014/main" id="{AD7812E8-8551-4296-99ED-2E3D0786653F}"/>
              </a:ext>
            </a:extLst>
          </p:cNvPr>
          <p:cNvSpPr txBox="1"/>
          <p:nvPr/>
        </p:nvSpPr>
        <p:spPr>
          <a:xfrm>
            <a:off x="14053763" y="12627914"/>
            <a:ext cx="1548581" cy="723275"/>
          </a:xfrm>
          <a:prstGeom prst="rect">
            <a:avLst/>
          </a:prstGeom>
          <a:noFill/>
        </p:spPr>
        <p:txBody>
          <a:bodyPr wrap="square" rtlCol="0">
            <a:spAutoFit/>
          </a:bodyPr>
          <a:lstStyle/>
          <a:p>
            <a:r>
              <a:rPr lang="en-US" sz="4100"/>
              <a:t>A.</a:t>
            </a:r>
          </a:p>
        </p:txBody>
      </p:sp>
      <p:sp>
        <p:nvSpPr>
          <p:cNvPr id="10" name="TextBox 9">
            <a:extLst>
              <a:ext uri="{FF2B5EF4-FFF2-40B4-BE49-F238E27FC236}">
                <a16:creationId xmlns:a16="http://schemas.microsoft.com/office/drawing/2014/main" id="{89AE210B-E2AE-1702-5180-A94337781E7C}"/>
              </a:ext>
            </a:extLst>
          </p:cNvPr>
          <p:cNvSpPr txBox="1"/>
          <p:nvPr/>
        </p:nvSpPr>
        <p:spPr>
          <a:xfrm>
            <a:off x="14065166" y="22436258"/>
            <a:ext cx="1548581" cy="723275"/>
          </a:xfrm>
          <a:prstGeom prst="rect">
            <a:avLst/>
          </a:prstGeom>
          <a:noFill/>
        </p:spPr>
        <p:txBody>
          <a:bodyPr wrap="square" lIns="91440" tIns="45720" rIns="91440" bIns="45720" rtlCol="0" anchor="t">
            <a:spAutoFit/>
          </a:bodyPr>
          <a:lstStyle/>
          <a:p>
            <a:r>
              <a:rPr lang="en-US" sz="4100"/>
              <a:t>B.</a:t>
            </a:r>
          </a:p>
        </p:txBody>
      </p:sp>
      <p:pic>
        <p:nvPicPr>
          <p:cNvPr id="11" name="Picture 10">
            <a:extLst>
              <a:ext uri="{FF2B5EF4-FFF2-40B4-BE49-F238E27FC236}">
                <a16:creationId xmlns:a16="http://schemas.microsoft.com/office/drawing/2014/main" id="{780B5C8D-49F3-E261-76FE-D373D10884DA}"/>
              </a:ext>
            </a:extLst>
          </p:cNvPr>
          <p:cNvPicPr>
            <a:picLocks noChangeAspect="1"/>
          </p:cNvPicPr>
          <p:nvPr/>
        </p:nvPicPr>
        <p:blipFill>
          <a:blip r:embed="rId6"/>
          <a:stretch>
            <a:fillRect/>
          </a:stretch>
        </p:blipFill>
        <p:spPr>
          <a:xfrm>
            <a:off x="14177167" y="23008980"/>
            <a:ext cx="14384584" cy="7001613"/>
          </a:xfrm>
          <a:prstGeom prst="rect">
            <a:avLst/>
          </a:prstGeom>
        </p:spPr>
      </p:pic>
      <p:sp>
        <p:nvSpPr>
          <p:cNvPr id="8" name="Text Placeholder 1">
            <a:extLst>
              <a:ext uri="{FF2B5EF4-FFF2-40B4-BE49-F238E27FC236}">
                <a16:creationId xmlns:a16="http://schemas.microsoft.com/office/drawing/2014/main" id="{4ABCBC25-4BCB-ED18-4D1B-7AC3EB8DB033}"/>
              </a:ext>
            </a:extLst>
          </p:cNvPr>
          <p:cNvSpPr txBox="1">
            <a:spLocks/>
          </p:cNvSpPr>
          <p:nvPr/>
        </p:nvSpPr>
        <p:spPr>
          <a:xfrm>
            <a:off x="507508" y="13667583"/>
            <a:ext cx="7421116" cy="7031006"/>
          </a:xfrm>
          <a:prstGeom prst="rect">
            <a:avLst/>
          </a:prstGeom>
        </p:spPr>
        <p:txBody>
          <a:bodyPr vert="horz" lIns="365760" tIns="182880" rIns="91440" bIns="45720" rtlCol="0" anchor="t">
            <a:noAutofit/>
          </a:bodyPr>
          <a:lst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a:lstStyle>
          <a:p>
            <a:pPr marL="0" indent="0">
              <a:spcBef>
                <a:spcPts val="1000"/>
              </a:spcBef>
              <a:buNone/>
            </a:pPr>
            <a:r>
              <a:rPr lang="en-US" sz="4100">
                <a:latin typeface="Calibri"/>
                <a:ea typeface="Calibri"/>
                <a:cs typeface="Calibri"/>
              </a:rPr>
              <a:t>Our goal was to refactor this application to incorporate relative density calculations, expansion of soil classification, friction angle calculation, and pore pressure properties. These features were implemented while maintaining the application’s efficiency, ease of interaction, and accuracy. </a:t>
            </a:r>
          </a:p>
        </p:txBody>
      </p:sp>
      <p:pic>
        <p:nvPicPr>
          <p:cNvPr id="17" name="Picture 16" descr="A diagram of a data flow&#10;&#10;AI-generated content may be incorrect.">
            <a:extLst>
              <a:ext uri="{FF2B5EF4-FFF2-40B4-BE49-F238E27FC236}">
                <a16:creationId xmlns:a16="http://schemas.microsoft.com/office/drawing/2014/main" id="{6607DA33-CA0E-76C6-5869-2CD4DA3DFD66}"/>
              </a:ext>
            </a:extLst>
          </p:cNvPr>
          <p:cNvPicPr>
            <a:picLocks noChangeAspect="1"/>
          </p:cNvPicPr>
          <p:nvPr/>
        </p:nvPicPr>
        <p:blipFill>
          <a:blip r:embed="rId7"/>
          <a:stretch>
            <a:fillRect/>
          </a:stretch>
        </p:blipFill>
        <p:spPr>
          <a:xfrm>
            <a:off x="14176842" y="13295117"/>
            <a:ext cx="14477153" cy="9209056"/>
          </a:xfrm>
          <a:prstGeom prst="rect">
            <a:avLst/>
          </a:prstGeom>
        </p:spPr>
      </p:pic>
    </p:spTree>
    <p:extLst>
      <p:ext uri="{BB962C8B-B14F-4D97-AF65-F5344CB8AC3E}">
        <p14:creationId xmlns:p14="http://schemas.microsoft.com/office/powerpoint/2010/main" val="931198942"/>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E509D-1D02-8846-41F2-9636C4C1CD8F}"/>
              </a:ext>
            </a:extLst>
          </p:cNvPr>
          <p:cNvSpPr>
            <a:spLocks noGrp="1"/>
          </p:cNvSpPr>
          <p:nvPr>
            <p:ph type="title"/>
          </p:nvPr>
        </p:nvSpPr>
        <p:spPr/>
        <p:txBody>
          <a:bodyPr/>
          <a:lstStyle/>
          <a:p>
            <a:pPr algn="ctr"/>
            <a:r>
              <a:rPr lang="en-US">
                <a:ea typeface="Cambria"/>
              </a:rPr>
              <a:t>Abstract</a:t>
            </a:r>
          </a:p>
        </p:txBody>
      </p:sp>
      <p:sp>
        <p:nvSpPr>
          <p:cNvPr id="23" name="TextBox 22">
            <a:extLst>
              <a:ext uri="{FF2B5EF4-FFF2-40B4-BE49-F238E27FC236}">
                <a16:creationId xmlns:a16="http://schemas.microsoft.com/office/drawing/2014/main" id="{B4ACDF8B-26BB-03E0-5523-8B91793851ED}"/>
              </a:ext>
            </a:extLst>
          </p:cNvPr>
          <p:cNvSpPr txBox="1"/>
          <p:nvPr/>
        </p:nvSpPr>
        <p:spPr>
          <a:xfrm>
            <a:off x="2938914" y="7099182"/>
            <a:ext cx="37972337" cy="247144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a:ea typeface="+mn-lt"/>
                <a:cs typeface="+mn-lt"/>
              </a:rPr>
              <a:t>Free Fall Penetrometers are small devices deployed from boats to measure soil strength and pore pressure. These measurements are analyzed to characterize soil sediment, providing important data for offshore site development. Existing data analysis methods used by ocean researchers lack a graphical user interface, are spread across multiple tools and programming languages, and do not validate user input. Last year's development team produced a desktop application combining all existing data analysis functionality with a graphical interface.</a:t>
            </a:r>
            <a:endParaRPr lang="en-US" sz="8000">
              <a:ea typeface="Calibri"/>
              <a:cs typeface="Calibri"/>
            </a:endParaRPr>
          </a:p>
          <a:p>
            <a:r>
              <a:rPr lang="en-US" sz="8000">
                <a:ea typeface="+mn-lt"/>
                <a:cs typeface="+mn-lt"/>
              </a:rPr>
              <a:t>Expanding upon the application's functionality, calculations were implemented and incorporated into the UI, including the White et al. and </a:t>
            </a:r>
            <a:r>
              <a:rPr lang="en-US" sz="8000" err="1">
                <a:ea typeface="+mn-lt"/>
                <a:cs typeface="+mn-lt"/>
              </a:rPr>
              <a:t>Albatal</a:t>
            </a:r>
            <a:r>
              <a:rPr lang="en-US" sz="8000">
                <a:ea typeface="+mn-lt"/>
                <a:cs typeface="+mn-lt"/>
              </a:rPr>
              <a:t> relative density calculations to extend soil classification functionality. These results were then tested against expected outputs from prior analysis to ensure accuracy. Feature development continued in the second semester with the addition of the friction angle calculations. The White et al., </a:t>
            </a:r>
            <a:r>
              <a:rPr lang="en-US" sz="8000" err="1">
                <a:ea typeface="+mn-lt"/>
                <a:cs typeface="+mn-lt"/>
              </a:rPr>
              <a:t>Albatal</a:t>
            </a:r>
            <a:r>
              <a:rPr lang="en-US" sz="8000">
                <a:ea typeface="+mn-lt"/>
                <a:cs typeface="+mn-lt"/>
              </a:rPr>
              <a:t>, and Jaber &amp; Stark friction angle calculations were implemented in the UI and verified against the provided outputs. Furthermore, existing MATLAB code was modified and integrated into the application, incorporating pore pressure and tilt calculation features.</a:t>
            </a:r>
            <a:endParaRPr lang="en-US" sz="8000">
              <a:ea typeface="Calibri"/>
              <a:cs typeface="Calibri"/>
            </a:endParaRPr>
          </a:p>
          <a:p>
            <a:r>
              <a:rPr lang="en-US" sz="8000">
                <a:ea typeface="+mn-lt"/>
                <a:cs typeface="+mn-lt"/>
              </a:rPr>
              <a:t>The result provides a more comprehensive application that extends soil classification and pore pressure features while maintaining the application’s efficiency, ease of use, and accuracy.</a:t>
            </a:r>
            <a:endParaRPr lang="en-US" sz="8000">
              <a:ea typeface="Calibri"/>
              <a:cs typeface="Calibri"/>
            </a:endParaRPr>
          </a:p>
          <a:p>
            <a:pPr algn="l"/>
            <a:endParaRPr lang="en-US" sz="8000">
              <a:ea typeface="Calibri"/>
              <a:cs typeface="Calibri"/>
            </a:endParaRPr>
          </a:p>
        </p:txBody>
      </p:sp>
    </p:spTree>
    <p:extLst>
      <p:ext uri="{BB962C8B-B14F-4D97-AF65-F5344CB8AC3E}">
        <p14:creationId xmlns:p14="http://schemas.microsoft.com/office/powerpoint/2010/main" val="189812731"/>
      </p:ext>
    </p:extLst>
  </p:cSld>
  <p:clrMapOvr>
    <a:masterClrMapping/>
  </p:clrMapOvr>
</p:sld>
</file>

<file path=ppt/theme/theme1.xml><?xml version="1.0" encoding="utf-8"?>
<a:theme xmlns:a="http://schemas.openxmlformats.org/drawingml/2006/main" name="Medical Poster">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1" id="{55A68E73-61CB-4542-8C48-DCBB2482A3D5}" vid="{6A3CA63D-1E3C-4681-8668-89277FEB3FEB}"/>
    </a:ext>
  </a:extLst>
</a:theme>
</file>

<file path=ppt/theme/theme2.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69D67F7D4D6F4E9B1A7FD6F94DDEDA" ma:contentTypeVersion="17" ma:contentTypeDescription="Create a new document." ma:contentTypeScope="" ma:versionID="5e725a5379b1732dd233a1246c1f5b7a">
  <xsd:schema xmlns:xsd="http://www.w3.org/2001/XMLSchema" xmlns:xs="http://www.w3.org/2001/XMLSchema" xmlns:p="http://schemas.microsoft.com/office/2006/metadata/properties" xmlns:ns3="40dd0e15-39da-46c0-88bc-deac095cb4b7" xmlns:ns4="b94108b8-8ece-4782-b678-471a3e6eb832" targetNamespace="http://schemas.microsoft.com/office/2006/metadata/properties" ma:root="true" ma:fieldsID="b30c6cad80254531793d5facb2f76a06" ns3:_="" ns4:_="">
    <xsd:import namespace="40dd0e15-39da-46c0-88bc-deac095cb4b7"/>
    <xsd:import namespace="b94108b8-8ece-4782-b678-471a3e6eb8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4:SharedWithUsers" minOccurs="0"/>
                <xsd:element ref="ns4:SharedWithDetails" minOccurs="0"/>
                <xsd:element ref="ns4:SharingHintHash" minOccurs="0"/>
                <xsd:element ref="ns3:MediaServiceDateTaken" minOccurs="0"/>
                <xsd:element ref="ns3:MediaLengthInSeconds" minOccurs="0"/>
                <xsd:element ref="ns3:MediaServiceObjectDetectorVersions" minOccurs="0"/>
                <xsd:element ref="ns3:MediaServiceSearchProperties" minOccurs="0"/>
                <xsd:element ref="ns3:MediaServiceSystemTag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dd0e15-39da-46c0-88bc-deac095cb4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_activity" ma:index="24"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94108b8-8ece-4782-b678-471a3e6eb83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0dd0e15-39da-46c0-88bc-deac095cb4b7" xsi:nil="true"/>
  </documentManagement>
</p:properties>
</file>

<file path=customXml/itemProps1.xml><?xml version="1.0" encoding="utf-8"?>
<ds:datastoreItem xmlns:ds="http://schemas.openxmlformats.org/officeDocument/2006/customXml" ds:itemID="{D0C5AE29-0B4F-4176-8A64-494CAFFD3E8C}">
  <ds:schemaRefs>
    <ds:schemaRef ds:uri="http://schemas.microsoft.com/sharepoint/v3/contenttype/forms"/>
  </ds:schemaRefs>
</ds:datastoreItem>
</file>

<file path=customXml/itemProps2.xml><?xml version="1.0" encoding="utf-8"?>
<ds:datastoreItem xmlns:ds="http://schemas.openxmlformats.org/officeDocument/2006/customXml" ds:itemID="{DC1FC304-EFC5-40FC-A2A2-EDD82B5F6BCC}">
  <ds:schemaRefs>
    <ds:schemaRef ds:uri="40dd0e15-39da-46c0-88bc-deac095cb4b7"/>
    <ds:schemaRef ds:uri="b94108b8-8ece-4782-b678-471a3e6eb8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1806EE0-E838-4DAC-988B-8EB012C6BA69}">
  <ds:schemaRefs>
    <ds:schemaRef ds:uri="40dd0e15-39da-46c0-88bc-deac095cb4b7"/>
    <ds:schemaRef ds:uri="b94108b8-8ece-4782-b678-471a3e6eb8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Poster (blue and brown design)</Template>
  <Application>Microsoft Office PowerPoint</Application>
  <PresentationFormat>Custom</PresentationFormat>
  <Slides>2</Slides>
  <Notes>1</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Medical Poster</vt:lpstr>
      <vt:lpstr>Free Fall Penetrometer Data Analysis Application</vt:lpstr>
      <vt:lpstr>Abstract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revision>3</cp:revision>
  <dcterms:created xsi:type="dcterms:W3CDTF">2015-04-29T17:08:18Z</dcterms:created>
  <dcterms:modified xsi:type="dcterms:W3CDTF">2026-04-07T00:15:39Z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TC040015519991</vt:lpwstr>
  </property>
  <property fmtid="{D5CDD505-2E9C-101B-9397-08002B2CF9AE}" pid="3" name="ContentTypeId">
    <vt:lpwstr>0x010100F369D67F7D4D6F4E9B1A7FD6F94DDEDA</vt:lpwstr>
  </property>
</Properties>
</file>