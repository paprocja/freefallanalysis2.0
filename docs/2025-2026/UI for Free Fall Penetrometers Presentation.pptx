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3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85" r:id="rId15"/>
    <p:sldId id="283" r:id="rId16"/>
    <p:sldId id="284" r:id="rId17"/>
    <p:sldId id="291" r:id="rId18"/>
    <p:sldId id="292" r:id="rId19"/>
    <p:sldId id="273" r:id="rId20"/>
    <p:sldId id="286" r:id="rId21"/>
    <p:sldId id="274" r:id="rId22"/>
    <p:sldId id="275" r:id="rId23"/>
    <p:sldId id="276" r:id="rId24"/>
    <p:sldId id="294" r:id="rId25"/>
    <p:sldId id="282" r:id="rId26"/>
    <p:sldId id="295" r:id="rId27"/>
    <p:sldId id="287" r:id="rId28"/>
    <p:sldId id="288" r:id="rId29"/>
    <p:sldId id="289" r:id="rId30"/>
    <p:sldId id="290" r:id="rId31"/>
    <p:sldId id="297" r:id="rId32"/>
    <p:sldId id="296" r:id="rId33"/>
    <p:sldId id="278" r:id="rId34"/>
    <p:sldId id="279" r:id="rId35"/>
    <p:sldId id="280" r:id="rId36"/>
    <p:sldId id="281" r:id="rId37"/>
    <p:sldId id="293" r:id="rId38"/>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21212"/>
    <a:srgbClr val="0F0F0F"/>
    <a:srgbClr val="0D0D0D"/>
    <a:srgbClr val="14141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3C7D2FF-58CE-12D5-D33E-ED7ACB90BAE6}" v="1" dt="2025-12-14T02:52:08.31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1620"/>
        <p:guide pos="288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ncent Ciccotelli" userId="S::vkc1003@usnh.edu::643c58e0-9e2f-4d16-a325-54c3d9956c9d" providerId="AD" clId="Web-{43C7D2FF-58CE-12D5-D33E-ED7ACB90BAE6}"/>
    <pc:docChg chg="modSld">
      <pc:chgData name="Vincent Ciccotelli" userId="S::vkc1003@usnh.edu::643c58e0-9e2f-4d16-a325-54c3d9956c9d" providerId="AD" clId="Web-{43C7D2FF-58CE-12D5-D33E-ED7ACB90BAE6}" dt="2025-12-14T02:52:08.317" v="0" actId="1076"/>
      <pc:docMkLst>
        <pc:docMk/>
      </pc:docMkLst>
      <pc:sldChg chg="modSp">
        <pc:chgData name="Vincent Ciccotelli" userId="S::vkc1003@usnh.edu::643c58e0-9e2f-4d16-a325-54c3d9956c9d" providerId="AD" clId="Web-{43C7D2FF-58CE-12D5-D33E-ED7ACB90BAE6}" dt="2025-12-14T02:52:08.317" v="0" actId="1076"/>
        <pc:sldMkLst>
          <pc:docMk/>
          <pc:sldMk cId="2217222430" sldId="283"/>
        </pc:sldMkLst>
        <pc:picChg chg="mod">
          <ac:chgData name="Vincent Ciccotelli" userId="S::vkc1003@usnh.edu::643c58e0-9e2f-4d16-a325-54c3d9956c9d" providerId="AD" clId="Web-{43C7D2FF-58CE-12D5-D33E-ED7ACB90BAE6}" dt="2025-12-14T02:52:08.317" v="0" actId="1076"/>
          <ac:picMkLst>
            <pc:docMk/>
            <pc:sldMk cId="2217222430" sldId="283"/>
            <ac:picMk id="4" creationId="{4CEECE4E-EF02-AFF3-1F6F-C2BA3CEB2C08}"/>
          </ac:picMkLst>
        </pc:picChg>
      </pc:sldChg>
    </pc:docChg>
  </pc:docChgLst>
  <pc:docChgLst>
    <pc:chgData name="Rayya Burns" userId="S::rsb1056@usnh.edu::b66c47d3-788c-4bec-aaea-74929eb1f448" providerId="AD" clId="Web-{33E19F18-7D82-36B0-EC85-D165315660C0}"/>
    <pc:docChg chg="modSld">
      <pc:chgData name="Rayya Burns" userId="S::rsb1056@usnh.edu::b66c47d3-788c-4bec-aaea-74929eb1f448" providerId="AD" clId="Web-{33E19F18-7D82-36B0-EC85-D165315660C0}" dt="2025-11-29T04:25:24.553" v="4" actId="20577"/>
      <pc:docMkLst>
        <pc:docMk/>
      </pc:docMkLst>
      <pc:sldChg chg="addSp modSp">
        <pc:chgData name="Rayya Burns" userId="S::rsb1056@usnh.edu::b66c47d3-788c-4bec-aaea-74929eb1f448" providerId="AD" clId="Web-{33E19F18-7D82-36B0-EC85-D165315660C0}" dt="2025-11-29T04:24:31.645" v="2"/>
        <pc:sldMkLst>
          <pc:docMk/>
          <pc:sldMk cId="0" sldId="260"/>
        </pc:sldMkLst>
        <pc:spChg chg="mod">
          <ac:chgData name="Rayya Burns" userId="S::rsb1056@usnh.edu::b66c47d3-788c-4bec-aaea-74929eb1f448" providerId="AD" clId="Web-{33E19F18-7D82-36B0-EC85-D165315660C0}" dt="2025-11-29T04:24:30.661" v="1" actId="14100"/>
          <ac:spMkLst>
            <pc:docMk/>
            <pc:sldMk cId="0" sldId="260"/>
            <ac:spMk id="82" creationId="{00000000-0000-0000-0000-000000000000}"/>
          </ac:spMkLst>
        </pc:spChg>
        <pc:picChg chg="add">
          <ac:chgData name="Rayya Burns" userId="S::rsb1056@usnh.edu::b66c47d3-788c-4bec-aaea-74929eb1f448" providerId="AD" clId="Web-{33E19F18-7D82-36B0-EC85-D165315660C0}" dt="2025-11-29T04:24:31.645" v="2"/>
          <ac:picMkLst>
            <pc:docMk/>
            <pc:sldMk cId="0" sldId="260"/>
            <ac:picMk id="3" creationId="{30F2292A-5D80-A664-DBE4-784091B6EC46}"/>
          </ac:picMkLst>
        </pc:picChg>
      </pc:sldChg>
      <pc:sldChg chg="modSp">
        <pc:chgData name="Rayya Burns" userId="S::rsb1056@usnh.edu::b66c47d3-788c-4bec-aaea-74929eb1f448" providerId="AD" clId="Web-{33E19F18-7D82-36B0-EC85-D165315660C0}" dt="2025-11-29T04:25:24.553" v="4" actId="20577"/>
        <pc:sldMkLst>
          <pc:docMk/>
          <pc:sldMk cId="0" sldId="279"/>
        </pc:sldMkLst>
        <pc:spChg chg="mod">
          <ac:chgData name="Rayya Burns" userId="S::rsb1056@usnh.edu::b66c47d3-788c-4bec-aaea-74929eb1f448" providerId="AD" clId="Web-{33E19F18-7D82-36B0-EC85-D165315660C0}" dt="2025-11-29T04:25:24.553" v="4" actId="20577"/>
          <ac:spMkLst>
            <pc:docMk/>
            <pc:sldMk cId="0" sldId="279"/>
            <ac:spMk id="204" creationId="{00000000-0000-0000-0000-000000000000}"/>
          </ac:spMkLst>
        </pc:spChg>
      </pc:sldChg>
    </pc:docChg>
  </pc:docChgLst>
  <pc:docChgLst>
    <pc:chgData name="Anthony Snider" userId="S::ajs1479@usnh.edu::5fbf3269-7d01-4f25-8a7f-351f466f6a21" providerId="AD" clId="Web-{4AE46345-7B0A-F040-BAE4-7DE549AA1B12}"/>
    <pc:docChg chg="modSld">
      <pc:chgData name="Anthony Snider" userId="S::ajs1479@usnh.edu::5fbf3269-7d01-4f25-8a7f-351f466f6a21" providerId="AD" clId="Web-{4AE46345-7B0A-F040-BAE4-7DE549AA1B12}" dt="2025-11-30T21:48:32.994" v="3" actId="20577"/>
      <pc:docMkLst>
        <pc:docMk/>
      </pc:docMkLst>
      <pc:sldChg chg="modSp">
        <pc:chgData name="Anthony Snider" userId="S::ajs1479@usnh.edu::5fbf3269-7d01-4f25-8a7f-351f466f6a21" providerId="AD" clId="Web-{4AE46345-7B0A-F040-BAE4-7DE549AA1B12}" dt="2025-11-30T21:48:32.994" v="3" actId="20577"/>
        <pc:sldMkLst>
          <pc:docMk/>
          <pc:sldMk cId="100857205" sldId="291"/>
        </pc:sldMkLst>
        <pc:spChg chg="mod">
          <ac:chgData name="Anthony Snider" userId="S::ajs1479@usnh.edu::5fbf3269-7d01-4f25-8a7f-351f466f6a21" providerId="AD" clId="Web-{4AE46345-7B0A-F040-BAE4-7DE549AA1B12}" dt="2025-11-30T21:48:32.994" v="3" actId="20577"/>
          <ac:spMkLst>
            <pc:docMk/>
            <pc:sldMk cId="100857205" sldId="291"/>
            <ac:spMk id="12" creationId="{EF74839E-AD6F-3FA6-B499-6723719878F8}"/>
          </ac:spMkLst>
        </pc:spChg>
      </pc:sldChg>
    </pc:docChg>
  </pc:docChgLst>
  <pc:docChgLst>
    <pc:chgData name="Troy Ciardelli-Zaryckyj" userId="S::tac1093@usnh.edu::4248d8a9-ee33-4638-8bf1-4b0b00acc4fd" providerId="AD" clId="Web-{0F08C940-3BF7-19DC-08BA-DAF9AB960EA1}"/>
    <pc:docChg chg="addSld delSld modSld sldOrd">
      <pc:chgData name="Troy Ciardelli-Zaryckyj" userId="S::tac1093@usnh.edu::4248d8a9-ee33-4638-8bf1-4b0b00acc4fd" providerId="AD" clId="Web-{0F08C940-3BF7-19DC-08BA-DAF9AB960EA1}" dt="2025-11-24T19:05:53.786" v="76" actId="20577"/>
      <pc:docMkLst>
        <pc:docMk/>
      </pc:docMkLst>
      <pc:sldChg chg="modSp">
        <pc:chgData name="Troy Ciardelli-Zaryckyj" userId="S::tac1093@usnh.edu::4248d8a9-ee33-4638-8bf1-4b0b00acc4fd" providerId="AD" clId="Web-{0F08C940-3BF7-19DC-08BA-DAF9AB960EA1}" dt="2025-11-24T19:02:47.988" v="44" actId="20577"/>
        <pc:sldMkLst>
          <pc:docMk/>
          <pc:sldMk cId="0" sldId="256"/>
        </pc:sldMkLst>
        <pc:spChg chg="mod">
          <ac:chgData name="Troy Ciardelli-Zaryckyj" userId="S::tac1093@usnh.edu::4248d8a9-ee33-4638-8bf1-4b0b00acc4fd" providerId="AD" clId="Web-{0F08C940-3BF7-19DC-08BA-DAF9AB960EA1}" dt="2025-11-24T19:02:47.988" v="44" actId="20577"/>
          <ac:spMkLst>
            <pc:docMk/>
            <pc:sldMk cId="0" sldId="256"/>
            <ac:spMk id="55" creationId="{00000000-0000-0000-0000-000000000000}"/>
          </ac:spMkLst>
        </pc:spChg>
      </pc:sldChg>
      <pc:sldChg chg="modSp">
        <pc:chgData name="Troy Ciardelli-Zaryckyj" userId="S::tac1093@usnh.edu::4248d8a9-ee33-4638-8bf1-4b0b00acc4fd" providerId="AD" clId="Web-{0F08C940-3BF7-19DC-08BA-DAF9AB960EA1}" dt="2025-11-24T19:02:53.347" v="46" actId="20577"/>
        <pc:sldMkLst>
          <pc:docMk/>
          <pc:sldMk cId="0" sldId="258"/>
        </pc:sldMkLst>
        <pc:spChg chg="mod">
          <ac:chgData name="Troy Ciardelli-Zaryckyj" userId="S::tac1093@usnh.edu::4248d8a9-ee33-4638-8bf1-4b0b00acc4fd" providerId="AD" clId="Web-{0F08C940-3BF7-19DC-08BA-DAF9AB960EA1}" dt="2025-11-24T19:02:53.347" v="46" actId="20577"/>
          <ac:spMkLst>
            <pc:docMk/>
            <pc:sldMk cId="0" sldId="258"/>
            <ac:spMk id="67" creationId="{00000000-0000-0000-0000-000000000000}"/>
          </ac:spMkLst>
        </pc:spChg>
      </pc:sldChg>
      <pc:sldChg chg="modSp">
        <pc:chgData name="Troy Ciardelli-Zaryckyj" userId="S::tac1093@usnh.edu::4248d8a9-ee33-4638-8bf1-4b0b00acc4fd" providerId="AD" clId="Web-{0F08C940-3BF7-19DC-08BA-DAF9AB960EA1}" dt="2025-11-24T19:02:40.816" v="42" actId="20577"/>
        <pc:sldMkLst>
          <pc:docMk/>
          <pc:sldMk cId="0" sldId="259"/>
        </pc:sldMkLst>
        <pc:spChg chg="mod">
          <ac:chgData name="Troy Ciardelli-Zaryckyj" userId="S::tac1093@usnh.edu::4248d8a9-ee33-4638-8bf1-4b0b00acc4fd" providerId="AD" clId="Web-{0F08C940-3BF7-19DC-08BA-DAF9AB960EA1}" dt="2025-11-24T19:02:37.175" v="41" actId="20577"/>
          <ac:spMkLst>
            <pc:docMk/>
            <pc:sldMk cId="0" sldId="259"/>
            <ac:spMk id="74" creationId="{00000000-0000-0000-0000-000000000000}"/>
          </ac:spMkLst>
        </pc:spChg>
        <pc:spChg chg="mod">
          <ac:chgData name="Troy Ciardelli-Zaryckyj" userId="S::tac1093@usnh.edu::4248d8a9-ee33-4638-8bf1-4b0b00acc4fd" providerId="AD" clId="Web-{0F08C940-3BF7-19DC-08BA-DAF9AB960EA1}" dt="2025-11-24T19:02:40.816" v="42" actId="20577"/>
          <ac:spMkLst>
            <pc:docMk/>
            <pc:sldMk cId="0" sldId="259"/>
            <ac:spMk id="76" creationId="{00000000-0000-0000-0000-000000000000}"/>
          </ac:spMkLst>
        </pc:spChg>
      </pc:sldChg>
      <pc:sldChg chg="modSp">
        <pc:chgData name="Troy Ciardelli-Zaryckyj" userId="S::tac1093@usnh.edu::4248d8a9-ee33-4638-8bf1-4b0b00acc4fd" providerId="AD" clId="Web-{0F08C940-3BF7-19DC-08BA-DAF9AB960EA1}" dt="2025-11-24T19:02:26.738" v="38" actId="20577"/>
        <pc:sldMkLst>
          <pc:docMk/>
          <pc:sldMk cId="0" sldId="260"/>
        </pc:sldMkLst>
        <pc:spChg chg="mod">
          <ac:chgData name="Troy Ciardelli-Zaryckyj" userId="S::tac1093@usnh.edu::4248d8a9-ee33-4638-8bf1-4b0b00acc4fd" providerId="AD" clId="Web-{0F08C940-3BF7-19DC-08BA-DAF9AB960EA1}" dt="2025-11-24T19:02:26.738" v="38" actId="20577"/>
          <ac:spMkLst>
            <pc:docMk/>
            <pc:sldMk cId="0" sldId="260"/>
            <ac:spMk id="82" creationId="{00000000-0000-0000-0000-000000000000}"/>
          </ac:spMkLst>
        </pc:spChg>
      </pc:sldChg>
      <pc:sldChg chg="modSp">
        <pc:chgData name="Troy Ciardelli-Zaryckyj" userId="S::tac1093@usnh.edu::4248d8a9-ee33-4638-8bf1-4b0b00acc4fd" providerId="AD" clId="Web-{0F08C940-3BF7-19DC-08BA-DAF9AB960EA1}" dt="2025-11-24T19:02:33.394" v="40" actId="20577"/>
        <pc:sldMkLst>
          <pc:docMk/>
          <pc:sldMk cId="0" sldId="261"/>
        </pc:sldMkLst>
        <pc:spChg chg="mod">
          <ac:chgData name="Troy Ciardelli-Zaryckyj" userId="S::tac1093@usnh.edu::4248d8a9-ee33-4638-8bf1-4b0b00acc4fd" providerId="AD" clId="Web-{0F08C940-3BF7-19DC-08BA-DAF9AB960EA1}" dt="2025-11-24T19:02:33.394" v="40" actId="20577"/>
          <ac:spMkLst>
            <pc:docMk/>
            <pc:sldMk cId="0" sldId="261"/>
            <ac:spMk id="88" creationId="{00000000-0000-0000-0000-000000000000}"/>
          </ac:spMkLst>
        </pc:spChg>
      </pc:sldChg>
      <pc:sldChg chg="modSp">
        <pc:chgData name="Troy Ciardelli-Zaryckyj" userId="S::tac1093@usnh.edu::4248d8a9-ee33-4638-8bf1-4b0b00acc4fd" providerId="AD" clId="Web-{0F08C940-3BF7-19DC-08BA-DAF9AB960EA1}" dt="2025-11-24T19:02:20.347" v="37" actId="20577"/>
        <pc:sldMkLst>
          <pc:docMk/>
          <pc:sldMk cId="0" sldId="263"/>
        </pc:sldMkLst>
        <pc:spChg chg="mod">
          <ac:chgData name="Troy Ciardelli-Zaryckyj" userId="S::tac1093@usnh.edu::4248d8a9-ee33-4638-8bf1-4b0b00acc4fd" providerId="AD" clId="Web-{0F08C940-3BF7-19DC-08BA-DAF9AB960EA1}" dt="2025-11-24T19:02:16.894" v="36" actId="20577"/>
          <ac:spMkLst>
            <pc:docMk/>
            <pc:sldMk cId="0" sldId="263"/>
            <ac:spMk id="100" creationId="{00000000-0000-0000-0000-000000000000}"/>
          </ac:spMkLst>
        </pc:spChg>
        <pc:spChg chg="mod">
          <ac:chgData name="Troy Ciardelli-Zaryckyj" userId="S::tac1093@usnh.edu::4248d8a9-ee33-4638-8bf1-4b0b00acc4fd" providerId="AD" clId="Web-{0F08C940-3BF7-19DC-08BA-DAF9AB960EA1}" dt="2025-11-24T19:02:20.347" v="37" actId="20577"/>
          <ac:spMkLst>
            <pc:docMk/>
            <pc:sldMk cId="0" sldId="263"/>
            <ac:spMk id="101" creationId="{00000000-0000-0000-0000-000000000000}"/>
          </ac:spMkLst>
        </pc:spChg>
      </pc:sldChg>
      <pc:sldChg chg="modSp">
        <pc:chgData name="Troy Ciardelli-Zaryckyj" userId="S::tac1093@usnh.edu::4248d8a9-ee33-4638-8bf1-4b0b00acc4fd" providerId="AD" clId="Web-{0F08C940-3BF7-19DC-08BA-DAF9AB960EA1}" dt="2025-11-24T19:02:01.050" v="35" actId="20577"/>
        <pc:sldMkLst>
          <pc:docMk/>
          <pc:sldMk cId="0" sldId="268"/>
        </pc:sldMkLst>
        <pc:spChg chg="mod">
          <ac:chgData name="Troy Ciardelli-Zaryckyj" userId="S::tac1093@usnh.edu::4248d8a9-ee33-4638-8bf1-4b0b00acc4fd" providerId="AD" clId="Web-{0F08C940-3BF7-19DC-08BA-DAF9AB960EA1}" dt="2025-11-24T19:02:01.050" v="35" actId="20577"/>
          <ac:spMkLst>
            <pc:docMk/>
            <pc:sldMk cId="0" sldId="268"/>
            <ac:spMk id="135" creationId="{00000000-0000-0000-0000-000000000000}"/>
          </ac:spMkLst>
        </pc:spChg>
      </pc:sldChg>
      <pc:sldChg chg="modSp">
        <pc:chgData name="Troy Ciardelli-Zaryckyj" userId="S::tac1093@usnh.edu::4248d8a9-ee33-4638-8bf1-4b0b00acc4fd" providerId="AD" clId="Web-{0F08C940-3BF7-19DC-08BA-DAF9AB960EA1}" dt="2025-11-24T19:05:17.458" v="71" actId="20577"/>
        <pc:sldMkLst>
          <pc:docMk/>
          <pc:sldMk cId="0" sldId="274"/>
        </pc:sldMkLst>
        <pc:spChg chg="mod">
          <ac:chgData name="Troy Ciardelli-Zaryckyj" userId="S::tac1093@usnh.edu::4248d8a9-ee33-4638-8bf1-4b0b00acc4fd" providerId="AD" clId="Web-{0F08C940-3BF7-19DC-08BA-DAF9AB960EA1}" dt="2025-11-24T19:05:17.458" v="71" actId="20577"/>
          <ac:spMkLst>
            <pc:docMk/>
            <pc:sldMk cId="0" sldId="274"/>
            <ac:spMk id="171" creationId="{00000000-0000-0000-0000-000000000000}"/>
          </ac:spMkLst>
        </pc:spChg>
      </pc:sldChg>
      <pc:sldChg chg="modSp">
        <pc:chgData name="Troy Ciardelli-Zaryckyj" userId="S::tac1093@usnh.edu::4248d8a9-ee33-4638-8bf1-4b0b00acc4fd" providerId="AD" clId="Web-{0F08C940-3BF7-19DC-08BA-DAF9AB960EA1}" dt="2025-11-24T19:05:20.145" v="72" actId="20577"/>
        <pc:sldMkLst>
          <pc:docMk/>
          <pc:sldMk cId="0" sldId="275"/>
        </pc:sldMkLst>
        <pc:spChg chg="mod">
          <ac:chgData name="Troy Ciardelli-Zaryckyj" userId="S::tac1093@usnh.edu::4248d8a9-ee33-4638-8bf1-4b0b00acc4fd" providerId="AD" clId="Web-{0F08C940-3BF7-19DC-08BA-DAF9AB960EA1}" dt="2025-11-24T19:05:20.145" v="72" actId="20577"/>
          <ac:spMkLst>
            <pc:docMk/>
            <pc:sldMk cId="0" sldId="275"/>
            <ac:spMk id="181" creationId="{00000000-0000-0000-0000-000000000000}"/>
          </ac:spMkLst>
        </pc:spChg>
      </pc:sldChg>
      <pc:sldChg chg="modSp">
        <pc:chgData name="Troy Ciardelli-Zaryckyj" userId="S::tac1093@usnh.edu::4248d8a9-ee33-4638-8bf1-4b0b00acc4fd" providerId="AD" clId="Web-{0F08C940-3BF7-19DC-08BA-DAF9AB960EA1}" dt="2025-11-24T19:05:26.645" v="73" actId="20577"/>
        <pc:sldMkLst>
          <pc:docMk/>
          <pc:sldMk cId="0" sldId="279"/>
        </pc:sldMkLst>
        <pc:spChg chg="mod">
          <ac:chgData name="Troy Ciardelli-Zaryckyj" userId="S::tac1093@usnh.edu::4248d8a9-ee33-4638-8bf1-4b0b00acc4fd" providerId="AD" clId="Web-{0F08C940-3BF7-19DC-08BA-DAF9AB960EA1}" dt="2025-11-24T19:05:26.645" v="73" actId="20577"/>
          <ac:spMkLst>
            <pc:docMk/>
            <pc:sldMk cId="0" sldId="279"/>
            <ac:spMk id="204" creationId="{00000000-0000-0000-0000-000000000000}"/>
          </ac:spMkLst>
        </pc:spChg>
      </pc:sldChg>
      <pc:sldChg chg="modSp">
        <pc:chgData name="Troy Ciardelli-Zaryckyj" userId="S::tac1093@usnh.edu::4248d8a9-ee33-4638-8bf1-4b0b00acc4fd" providerId="AD" clId="Web-{0F08C940-3BF7-19DC-08BA-DAF9AB960EA1}" dt="2025-11-24T19:05:30.395" v="74" actId="20577"/>
        <pc:sldMkLst>
          <pc:docMk/>
          <pc:sldMk cId="0" sldId="280"/>
        </pc:sldMkLst>
        <pc:spChg chg="mod">
          <ac:chgData name="Troy Ciardelli-Zaryckyj" userId="S::tac1093@usnh.edu::4248d8a9-ee33-4638-8bf1-4b0b00acc4fd" providerId="AD" clId="Web-{0F08C940-3BF7-19DC-08BA-DAF9AB960EA1}" dt="2025-11-24T19:05:30.395" v="74" actId="20577"/>
          <ac:spMkLst>
            <pc:docMk/>
            <pc:sldMk cId="0" sldId="280"/>
            <ac:spMk id="210" creationId="{00000000-0000-0000-0000-000000000000}"/>
          </ac:spMkLst>
        </pc:spChg>
      </pc:sldChg>
      <pc:sldChg chg="modSp">
        <pc:chgData name="Troy Ciardelli-Zaryckyj" userId="S::tac1093@usnh.edu::4248d8a9-ee33-4638-8bf1-4b0b00acc4fd" providerId="AD" clId="Web-{0F08C940-3BF7-19DC-08BA-DAF9AB960EA1}" dt="2025-11-24T19:05:53.786" v="76" actId="20577"/>
        <pc:sldMkLst>
          <pc:docMk/>
          <pc:sldMk cId="291387056" sldId="285"/>
        </pc:sldMkLst>
        <pc:spChg chg="mod">
          <ac:chgData name="Troy Ciardelli-Zaryckyj" userId="S::tac1093@usnh.edu::4248d8a9-ee33-4638-8bf1-4b0b00acc4fd" providerId="AD" clId="Web-{0F08C940-3BF7-19DC-08BA-DAF9AB960EA1}" dt="2025-11-24T19:05:53.786" v="76" actId="20577"/>
          <ac:spMkLst>
            <pc:docMk/>
            <pc:sldMk cId="291387056" sldId="285"/>
            <ac:spMk id="3" creationId="{DA7C5C3D-A272-A85D-BB15-5BBB56E9297A}"/>
          </ac:spMkLst>
        </pc:spChg>
      </pc:sldChg>
      <pc:sldChg chg="addSp modSp new ord">
        <pc:chgData name="Troy Ciardelli-Zaryckyj" userId="S::tac1093@usnh.edu::4248d8a9-ee33-4638-8bf1-4b0b00acc4fd" providerId="AD" clId="Web-{0F08C940-3BF7-19DC-08BA-DAF9AB960EA1}" dt="2025-11-24T19:03:52.582" v="68" actId="1076"/>
        <pc:sldMkLst>
          <pc:docMk/>
          <pc:sldMk cId="88209250" sldId="286"/>
        </pc:sldMkLst>
        <pc:spChg chg="mod">
          <ac:chgData name="Troy Ciardelli-Zaryckyj" userId="S::tac1093@usnh.edu::4248d8a9-ee33-4638-8bf1-4b0b00acc4fd" providerId="AD" clId="Web-{0F08C940-3BF7-19DC-08BA-DAF9AB960EA1}" dt="2025-11-24T19:03:37.754" v="67" actId="20577"/>
          <ac:spMkLst>
            <pc:docMk/>
            <pc:sldMk cId="88209250" sldId="286"/>
            <ac:spMk id="2" creationId="{2F33547B-F452-5CCB-17B3-BFF22AB29DA3}"/>
          </ac:spMkLst>
        </pc:spChg>
        <pc:spChg chg="mod">
          <ac:chgData name="Troy Ciardelli-Zaryckyj" userId="S::tac1093@usnh.edu::4248d8a9-ee33-4638-8bf1-4b0b00acc4fd" providerId="AD" clId="Web-{0F08C940-3BF7-19DC-08BA-DAF9AB960EA1}" dt="2025-11-24T19:03:17.004" v="52" actId="20577"/>
          <ac:spMkLst>
            <pc:docMk/>
            <pc:sldMk cId="88209250" sldId="286"/>
            <ac:spMk id="3" creationId="{5E84BA5E-53CB-1647-669D-72318263CF4C}"/>
          </ac:spMkLst>
        </pc:spChg>
        <pc:picChg chg="add mod">
          <ac:chgData name="Troy Ciardelli-Zaryckyj" userId="S::tac1093@usnh.edu::4248d8a9-ee33-4638-8bf1-4b0b00acc4fd" providerId="AD" clId="Web-{0F08C940-3BF7-19DC-08BA-DAF9AB960EA1}" dt="2025-11-24T19:01:11.597" v="14" actId="1076"/>
          <ac:picMkLst>
            <pc:docMk/>
            <pc:sldMk cId="88209250" sldId="286"/>
            <ac:picMk id="4" creationId="{29411533-84B8-022D-0E1A-B4F21BC5F669}"/>
          </ac:picMkLst>
        </pc:picChg>
        <pc:picChg chg="add mod">
          <ac:chgData name="Troy Ciardelli-Zaryckyj" userId="S::tac1093@usnh.edu::4248d8a9-ee33-4638-8bf1-4b0b00acc4fd" providerId="AD" clId="Web-{0F08C940-3BF7-19DC-08BA-DAF9AB960EA1}" dt="2025-11-24T19:03:52.582" v="68" actId="1076"/>
          <ac:picMkLst>
            <pc:docMk/>
            <pc:sldMk cId="88209250" sldId="286"/>
            <ac:picMk id="5" creationId="{6405475D-A10A-32EB-CBA7-59F1A8B491E9}"/>
          </ac:picMkLst>
        </pc:picChg>
      </pc:sldChg>
    </pc:docChg>
  </pc:docChgLst>
  <pc:docChgLst>
    <pc:chgData name="Vincent Ciccotelli" userId="S::vkc1003@usnh.edu::643c58e0-9e2f-4d16-a325-54c3d9956c9d" providerId="AD" clId="Web-{2CC80BF3-696C-21D1-DA26-204B77534FE3}"/>
    <pc:docChg chg="addSld modSld">
      <pc:chgData name="Vincent Ciccotelli" userId="S::vkc1003@usnh.edu::643c58e0-9e2f-4d16-a325-54c3d9956c9d" providerId="AD" clId="Web-{2CC80BF3-696C-21D1-DA26-204B77534FE3}" dt="2025-11-30T17:24:32.063" v="198" actId="14100"/>
      <pc:docMkLst>
        <pc:docMk/>
      </pc:docMkLst>
      <pc:sldChg chg="modSp">
        <pc:chgData name="Vincent Ciccotelli" userId="S::vkc1003@usnh.edu::643c58e0-9e2f-4d16-a325-54c3d9956c9d" providerId="AD" clId="Web-{2CC80BF3-696C-21D1-DA26-204B77534FE3}" dt="2025-11-30T17:06:13.033" v="158" actId="20577"/>
        <pc:sldMkLst>
          <pc:docMk/>
          <pc:sldMk cId="0" sldId="264"/>
        </pc:sldMkLst>
        <pc:spChg chg="mod">
          <ac:chgData name="Vincent Ciccotelli" userId="S::vkc1003@usnh.edu::643c58e0-9e2f-4d16-a325-54c3d9956c9d" providerId="AD" clId="Web-{2CC80BF3-696C-21D1-DA26-204B77534FE3}" dt="2025-11-30T17:06:13.033" v="158" actId="20577"/>
          <ac:spMkLst>
            <pc:docMk/>
            <pc:sldMk cId="0" sldId="264"/>
            <ac:spMk id="107" creationId="{00000000-0000-0000-0000-000000000000}"/>
          </ac:spMkLst>
        </pc:spChg>
      </pc:sldChg>
      <pc:sldChg chg="addSp delSp modSp new">
        <pc:chgData name="Vincent Ciccotelli" userId="S::vkc1003@usnh.edu::643c58e0-9e2f-4d16-a325-54c3d9956c9d" providerId="AD" clId="Web-{2CC80BF3-696C-21D1-DA26-204B77534FE3}" dt="2025-11-30T17:21:31.994" v="171" actId="1076"/>
        <pc:sldMkLst>
          <pc:docMk/>
          <pc:sldMk cId="1261691356" sldId="294"/>
        </pc:sldMkLst>
        <pc:picChg chg="add mod">
          <ac:chgData name="Vincent Ciccotelli" userId="S::vkc1003@usnh.edu::643c58e0-9e2f-4d16-a325-54c3d9956c9d" providerId="AD" clId="Web-{2CC80BF3-696C-21D1-DA26-204B77534FE3}" dt="2025-11-30T17:21:31.994" v="171" actId="1076"/>
          <ac:picMkLst>
            <pc:docMk/>
            <pc:sldMk cId="1261691356" sldId="294"/>
            <ac:picMk id="3" creationId="{52004F07-B602-2377-6207-A57E48123DA8}"/>
          </ac:picMkLst>
        </pc:picChg>
        <pc:picChg chg="add mod">
          <ac:chgData name="Vincent Ciccotelli" userId="S::vkc1003@usnh.edu::643c58e0-9e2f-4d16-a325-54c3d9956c9d" providerId="AD" clId="Web-{2CC80BF3-696C-21D1-DA26-204B77534FE3}" dt="2025-11-30T17:21:24.431" v="169" actId="14100"/>
          <ac:picMkLst>
            <pc:docMk/>
            <pc:sldMk cId="1261691356" sldId="294"/>
            <ac:picMk id="4" creationId="{5AFA8B21-E70F-01D3-C6F0-3BFB45AD0A89}"/>
          </ac:picMkLst>
        </pc:picChg>
      </pc:sldChg>
      <pc:sldChg chg="addSp delSp modSp new">
        <pc:chgData name="Vincent Ciccotelli" userId="S::vkc1003@usnh.edu::643c58e0-9e2f-4d16-a325-54c3d9956c9d" providerId="AD" clId="Web-{2CC80BF3-696C-21D1-DA26-204B77534FE3}" dt="2025-11-30T17:23:03.088" v="183" actId="14100"/>
        <pc:sldMkLst>
          <pc:docMk/>
          <pc:sldMk cId="1321091462" sldId="295"/>
        </pc:sldMkLst>
        <pc:picChg chg="add mod">
          <ac:chgData name="Vincent Ciccotelli" userId="S::vkc1003@usnh.edu::643c58e0-9e2f-4d16-a325-54c3d9956c9d" providerId="AD" clId="Web-{2CC80BF3-696C-21D1-DA26-204B77534FE3}" dt="2025-11-30T17:22:29.807" v="177" actId="1076"/>
          <ac:picMkLst>
            <pc:docMk/>
            <pc:sldMk cId="1321091462" sldId="295"/>
            <ac:picMk id="4" creationId="{23EC58C2-9AA4-4C5E-72EB-0E10340B085A}"/>
          </ac:picMkLst>
        </pc:picChg>
        <pc:picChg chg="add mod">
          <ac:chgData name="Vincent Ciccotelli" userId="S::vkc1003@usnh.edu::643c58e0-9e2f-4d16-a325-54c3d9956c9d" providerId="AD" clId="Web-{2CC80BF3-696C-21D1-DA26-204B77534FE3}" dt="2025-11-30T17:23:03.088" v="183" actId="14100"/>
          <ac:picMkLst>
            <pc:docMk/>
            <pc:sldMk cId="1321091462" sldId="295"/>
            <ac:picMk id="5" creationId="{46713BB5-971D-0786-3CCC-111AF06AA602}"/>
          </ac:picMkLst>
        </pc:picChg>
      </pc:sldChg>
      <pc:sldChg chg="addSp delSp modSp new">
        <pc:chgData name="Vincent Ciccotelli" userId="S::vkc1003@usnh.edu::643c58e0-9e2f-4d16-a325-54c3d9956c9d" providerId="AD" clId="Web-{2CC80BF3-696C-21D1-DA26-204B77534FE3}" dt="2025-11-30T17:24:32.063" v="198" actId="14100"/>
        <pc:sldMkLst>
          <pc:docMk/>
          <pc:sldMk cId="1820626449" sldId="296"/>
        </pc:sldMkLst>
        <pc:picChg chg="add mod">
          <ac:chgData name="Vincent Ciccotelli" userId="S::vkc1003@usnh.edu::643c58e0-9e2f-4d16-a325-54c3d9956c9d" providerId="AD" clId="Web-{2CC80BF3-696C-21D1-DA26-204B77534FE3}" dt="2025-11-30T17:24:32.063" v="198" actId="14100"/>
          <ac:picMkLst>
            <pc:docMk/>
            <pc:sldMk cId="1820626449" sldId="296"/>
            <ac:picMk id="4" creationId="{B2C93CB9-903C-8F76-CD77-82A469897F79}"/>
          </ac:picMkLst>
        </pc:picChg>
        <pc:picChg chg="add mod">
          <ac:chgData name="Vincent Ciccotelli" userId="S::vkc1003@usnh.edu::643c58e0-9e2f-4d16-a325-54c3d9956c9d" providerId="AD" clId="Web-{2CC80BF3-696C-21D1-DA26-204B77534FE3}" dt="2025-11-30T17:24:24.421" v="196" actId="1076"/>
          <ac:picMkLst>
            <pc:docMk/>
            <pc:sldMk cId="1820626449" sldId="296"/>
            <ac:picMk id="5" creationId="{43E41F86-9088-64BA-581D-0D042845F46F}"/>
          </ac:picMkLst>
        </pc:picChg>
      </pc:sldChg>
    </pc:docChg>
  </pc:docChgLst>
  <pc:docChgLst>
    <pc:chgData name="Rayya Burns" userId="S::rsb1056@usnh.edu::b66c47d3-788c-4bec-aaea-74929eb1f448" providerId="AD" clId="Web-{B18F8E0E-CD21-972B-9D65-77F115189445}"/>
    <pc:docChg chg="modSld">
      <pc:chgData name="Rayya Burns" userId="S::rsb1056@usnh.edu::b66c47d3-788c-4bec-aaea-74929eb1f448" providerId="AD" clId="Web-{B18F8E0E-CD21-972B-9D65-77F115189445}" dt="2025-11-24T18:44:29.074" v="186" actId="20577"/>
      <pc:docMkLst>
        <pc:docMk/>
      </pc:docMkLst>
      <pc:sldChg chg="modSp">
        <pc:chgData name="Rayya Burns" userId="S::rsb1056@usnh.edu::b66c47d3-788c-4bec-aaea-74929eb1f448" providerId="AD" clId="Web-{B18F8E0E-CD21-972B-9D65-77F115189445}" dt="2025-11-24T18:19:44.900" v="129" actId="20577"/>
        <pc:sldMkLst>
          <pc:docMk/>
          <pc:sldMk cId="0" sldId="260"/>
        </pc:sldMkLst>
        <pc:spChg chg="mod">
          <ac:chgData name="Rayya Burns" userId="S::rsb1056@usnh.edu::b66c47d3-788c-4bec-aaea-74929eb1f448" providerId="AD" clId="Web-{B18F8E0E-CD21-972B-9D65-77F115189445}" dt="2025-11-24T18:19:44.900" v="129" actId="20577"/>
          <ac:spMkLst>
            <pc:docMk/>
            <pc:sldMk cId="0" sldId="260"/>
            <ac:spMk id="82" creationId="{00000000-0000-0000-0000-000000000000}"/>
          </ac:spMkLst>
        </pc:spChg>
      </pc:sldChg>
      <pc:sldChg chg="modSp">
        <pc:chgData name="Rayya Burns" userId="S::rsb1056@usnh.edu::b66c47d3-788c-4bec-aaea-74929eb1f448" providerId="AD" clId="Web-{B18F8E0E-CD21-972B-9D65-77F115189445}" dt="2025-11-24T18:44:29.074" v="186" actId="20577"/>
        <pc:sldMkLst>
          <pc:docMk/>
          <pc:sldMk cId="0" sldId="263"/>
        </pc:sldMkLst>
        <pc:spChg chg="mod">
          <ac:chgData name="Rayya Burns" userId="S::rsb1056@usnh.edu::b66c47d3-788c-4bec-aaea-74929eb1f448" providerId="AD" clId="Web-{B18F8E0E-CD21-972B-9D65-77F115189445}" dt="2025-11-24T18:44:29.074" v="186" actId="20577"/>
          <ac:spMkLst>
            <pc:docMk/>
            <pc:sldMk cId="0" sldId="263"/>
            <ac:spMk id="100" creationId="{00000000-0000-0000-0000-000000000000}"/>
          </ac:spMkLst>
        </pc:spChg>
      </pc:sldChg>
    </pc:docChg>
  </pc:docChgLst>
  <pc:docChgLst>
    <pc:chgData name="Brett Dupont" userId="S::brd1051@usnh.edu::297d289f-da60-43e2-845a-7a1052e16368" providerId="AD" clId="Web-{6BCA0060-141C-C95D-64B6-62BFA134ED35}"/>
    <pc:docChg chg="addSld modSld">
      <pc:chgData name="Brett Dupont" userId="S::brd1051@usnh.edu::297d289f-da60-43e2-845a-7a1052e16368" providerId="AD" clId="Web-{6BCA0060-141C-C95D-64B6-62BFA134ED35}" dt="2025-11-24T19:15:10.339" v="279"/>
      <pc:docMkLst>
        <pc:docMk/>
      </pc:docMkLst>
      <pc:sldChg chg="addSp delSp modSp">
        <pc:chgData name="Brett Dupont" userId="S::brd1051@usnh.edu::297d289f-da60-43e2-845a-7a1052e16368" providerId="AD" clId="Web-{6BCA0060-141C-C95D-64B6-62BFA134ED35}" dt="2025-11-24T19:07:03.855" v="261"/>
        <pc:sldMkLst>
          <pc:docMk/>
          <pc:sldMk cId="646849345" sldId="282"/>
        </pc:sldMkLst>
        <pc:picChg chg="add mod">
          <ac:chgData name="Brett Dupont" userId="S::brd1051@usnh.edu::297d289f-da60-43e2-845a-7a1052e16368" providerId="AD" clId="Web-{6BCA0060-141C-C95D-64B6-62BFA134ED35}" dt="2025-11-24T19:07:03.855" v="261"/>
          <ac:picMkLst>
            <pc:docMk/>
            <pc:sldMk cId="646849345" sldId="282"/>
            <ac:picMk id="4" creationId="{E893F025-DA75-93EF-33D3-22631E4AB671}"/>
          </ac:picMkLst>
        </pc:picChg>
      </pc:sldChg>
      <pc:sldChg chg="addSp modSp">
        <pc:chgData name="Brett Dupont" userId="S::brd1051@usnh.edu::297d289f-da60-43e2-845a-7a1052e16368" providerId="AD" clId="Web-{6BCA0060-141C-C95D-64B6-62BFA134ED35}" dt="2025-11-24T19:00:20.246" v="257" actId="1076"/>
        <pc:sldMkLst>
          <pc:docMk/>
          <pc:sldMk cId="291387056" sldId="285"/>
        </pc:sldMkLst>
        <pc:spChg chg="mod">
          <ac:chgData name="Brett Dupont" userId="S::brd1051@usnh.edu::297d289f-da60-43e2-845a-7a1052e16368" providerId="AD" clId="Web-{6BCA0060-141C-C95D-64B6-62BFA134ED35}" dt="2025-11-24T18:55:46.012" v="8" actId="1076"/>
          <ac:spMkLst>
            <pc:docMk/>
            <pc:sldMk cId="291387056" sldId="285"/>
            <ac:spMk id="2" creationId="{5BAD9212-9781-079D-B41C-5B9195D1396C}"/>
          </ac:spMkLst>
        </pc:spChg>
        <pc:spChg chg="mod">
          <ac:chgData name="Brett Dupont" userId="S::brd1051@usnh.edu::297d289f-da60-43e2-845a-7a1052e16368" providerId="AD" clId="Web-{6BCA0060-141C-C95D-64B6-62BFA134ED35}" dt="2025-11-24T19:00:20.246" v="257" actId="1076"/>
          <ac:spMkLst>
            <pc:docMk/>
            <pc:sldMk cId="291387056" sldId="285"/>
            <ac:spMk id="3" creationId="{DA7C5C3D-A272-A85D-BB15-5BBB56E9297A}"/>
          </ac:spMkLst>
        </pc:spChg>
        <pc:picChg chg="mod">
          <ac:chgData name="Brett Dupont" userId="S::brd1051@usnh.edu::297d289f-da60-43e2-845a-7a1052e16368" providerId="AD" clId="Web-{6BCA0060-141C-C95D-64B6-62BFA134ED35}" dt="2025-11-24T18:55:32.621" v="6" actId="14100"/>
          <ac:picMkLst>
            <pc:docMk/>
            <pc:sldMk cId="291387056" sldId="285"/>
            <ac:picMk id="6" creationId="{7D0EF9F0-EFDE-C808-3D04-112B4E5A9D75}"/>
          </ac:picMkLst>
        </pc:picChg>
        <pc:picChg chg="add mod">
          <ac:chgData name="Brett Dupont" userId="S::brd1051@usnh.edu::297d289f-da60-43e2-845a-7a1052e16368" providerId="AD" clId="Web-{6BCA0060-141C-C95D-64B6-62BFA134ED35}" dt="2025-11-24T18:55:22.762" v="4" actId="1076"/>
          <ac:picMkLst>
            <pc:docMk/>
            <pc:sldMk cId="291387056" sldId="285"/>
            <ac:picMk id="7" creationId="{83B088A8-71C6-4E62-A0A6-5D8174C49351}"/>
          </ac:picMkLst>
        </pc:picChg>
      </pc:sldChg>
      <pc:sldChg chg="modSp">
        <pc:chgData name="Brett Dupont" userId="S::brd1051@usnh.edu::297d289f-da60-43e2-845a-7a1052e16368" providerId="AD" clId="Web-{6BCA0060-141C-C95D-64B6-62BFA134ED35}" dt="2025-11-24T19:06:45.917" v="258" actId="20577"/>
        <pc:sldMkLst>
          <pc:docMk/>
          <pc:sldMk cId="88209250" sldId="286"/>
        </pc:sldMkLst>
        <pc:spChg chg="mod">
          <ac:chgData name="Brett Dupont" userId="S::brd1051@usnh.edu::297d289f-da60-43e2-845a-7a1052e16368" providerId="AD" clId="Web-{6BCA0060-141C-C95D-64B6-62BFA134ED35}" dt="2025-11-24T19:06:45.917" v="258" actId="20577"/>
          <ac:spMkLst>
            <pc:docMk/>
            <pc:sldMk cId="88209250" sldId="286"/>
            <ac:spMk id="3" creationId="{5E84BA5E-53CB-1647-669D-72318263CF4C}"/>
          </ac:spMkLst>
        </pc:spChg>
      </pc:sldChg>
      <pc:sldChg chg="addSp delSp modSp new">
        <pc:chgData name="Brett Dupont" userId="S::brd1051@usnh.edu::297d289f-da60-43e2-845a-7a1052e16368" providerId="AD" clId="Web-{6BCA0060-141C-C95D-64B6-62BFA134ED35}" dt="2025-11-24T19:09:08.776" v="265"/>
        <pc:sldMkLst>
          <pc:docMk/>
          <pc:sldMk cId="2523065443" sldId="287"/>
        </pc:sldMkLst>
        <pc:picChg chg="add mod">
          <ac:chgData name="Brett Dupont" userId="S::brd1051@usnh.edu::297d289f-da60-43e2-845a-7a1052e16368" providerId="AD" clId="Web-{6BCA0060-141C-C95D-64B6-62BFA134ED35}" dt="2025-11-24T19:09:08.776" v="265"/>
          <ac:picMkLst>
            <pc:docMk/>
            <pc:sldMk cId="2523065443" sldId="287"/>
            <ac:picMk id="4" creationId="{03390B28-26BF-F5CB-E300-E73295336D5E}"/>
          </ac:picMkLst>
        </pc:picChg>
      </pc:sldChg>
      <pc:sldChg chg="addSp delSp modSp new">
        <pc:chgData name="Brett Dupont" userId="S::brd1051@usnh.edu::297d289f-da60-43e2-845a-7a1052e16368" providerId="AD" clId="Web-{6BCA0060-141C-C95D-64B6-62BFA134ED35}" dt="2025-11-24T19:09:58.901" v="269"/>
        <pc:sldMkLst>
          <pc:docMk/>
          <pc:sldMk cId="1415849789" sldId="288"/>
        </pc:sldMkLst>
        <pc:picChg chg="add mod">
          <ac:chgData name="Brett Dupont" userId="S::brd1051@usnh.edu::297d289f-da60-43e2-845a-7a1052e16368" providerId="AD" clId="Web-{6BCA0060-141C-C95D-64B6-62BFA134ED35}" dt="2025-11-24T19:09:58.901" v="269"/>
          <ac:picMkLst>
            <pc:docMk/>
            <pc:sldMk cId="1415849789" sldId="288"/>
            <ac:picMk id="4" creationId="{20BF2189-CE1E-7E19-45A9-71D0BE4118B2}"/>
          </ac:picMkLst>
        </pc:picChg>
      </pc:sldChg>
      <pc:sldChg chg="addSp delSp modSp new">
        <pc:chgData name="Brett Dupont" userId="S::brd1051@usnh.edu::297d289f-da60-43e2-845a-7a1052e16368" providerId="AD" clId="Web-{6BCA0060-141C-C95D-64B6-62BFA134ED35}" dt="2025-11-24T19:11:03.401" v="273"/>
        <pc:sldMkLst>
          <pc:docMk/>
          <pc:sldMk cId="4126902206" sldId="289"/>
        </pc:sldMkLst>
        <pc:picChg chg="add mod">
          <ac:chgData name="Brett Dupont" userId="S::brd1051@usnh.edu::297d289f-da60-43e2-845a-7a1052e16368" providerId="AD" clId="Web-{6BCA0060-141C-C95D-64B6-62BFA134ED35}" dt="2025-11-24T19:11:03.401" v="273"/>
          <ac:picMkLst>
            <pc:docMk/>
            <pc:sldMk cId="4126902206" sldId="289"/>
            <ac:picMk id="4" creationId="{218BB484-D3AA-6395-5490-C18B553215A2}"/>
          </ac:picMkLst>
        </pc:picChg>
      </pc:sldChg>
      <pc:sldChg chg="addSp delSp modSp new">
        <pc:chgData name="Brett Dupont" userId="S::brd1051@usnh.edu::297d289f-da60-43e2-845a-7a1052e16368" providerId="AD" clId="Web-{6BCA0060-141C-C95D-64B6-62BFA134ED35}" dt="2025-11-24T19:15:10.339" v="279"/>
        <pc:sldMkLst>
          <pc:docMk/>
          <pc:sldMk cId="1407631772" sldId="290"/>
        </pc:sldMkLst>
        <pc:picChg chg="add mod">
          <ac:chgData name="Brett Dupont" userId="S::brd1051@usnh.edu::297d289f-da60-43e2-845a-7a1052e16368" providerId="AD" clId="Web-{6BCA0060-141C-C95D-64B6-62BFA134ED35}" dt="2025-11-24T19:15:10.339" v="279"/>
          <ac:picMkLst>
            <pc:docMk/>
            <pc:sldMk cId="1407631772" sldId="290"/>
            <ac:picMk id="5" creationId="{4729F74F-9E2D-7B6E-ED6C-56C24C51AB4A}"/>
          </ac:picMkLst>
        </pc:picChg>
      </pc:sldChg>
    </pc:docChg>
  </pc:docChgLst>
  <pc:docChgLst>
    <pc:chgData name="Brett Dupont" userId="S::brd1051@usnh.edu::297d289f-da60-43e2-845a-7a1052e16368" providerId="AD" clId="Web-{2ED676A5-3B11-845F-CF72-9636B7589689}"/>
    <pc:docChg chg="addSld modSld">
      <pc:chgData name="Brett Dupont" userId="S::brd1051@usnh.edu::297d289f-da60-43e2-845a-7a1052e16368" providerId="AD" clId="Web-{2ED676A5-3B11-845F-CF72-9636B7589689}" dt="2025-11-30T22:22:34.618" v="3"/>
      <pc:docMkLst>
        <pc:docMk/>
      </pc:docMkLst>
      <pc:sldChg chg="addSp delSp modSp new">
        <pc:chgData name="Brett Dupont" userId="S::brd1051@usnh.edu::297d289f-da60-43e2-845a-7a1052e16368" providerId="AD" clId="Web-{2ED676A5-3B11-845F-CF72-9636B7589689}" dt="2025-11-30T22:22:34.618" v="3"/>
        <pc:sldMkLst>
          <pc:docMk/>
          <pc:sldMk cId="1801271896" sldId="297"/>
        </pc:sldMkLst>
        <pc:picChg chg="add mod">
          <ac:chgData name="Brett Dupont" userId="S::brd1051@usnh.edu::297d289f-da60-43e2-845a-7a1052e16368" providerId="AD" clId="Web-{2ED676A5-3B11-845F-CF72-9636B7589689}" dt="2025-11-30T22:22:34.618" v="3"/>
          <ac:picMkLst>
            <pc:docMk/>
            <pc:sldMk cId="1801271896" sldId="297"/>
            <ac:picMk id="4" creationId="{21BFA34B-6B63-6A26-EA47-51B1B29C4E57}"/>
          </ac:picMkLst>
        </pc:picChg>
      </pc:sldChg>
    </pc:docChg>
  </pc:docChgLst>
  <pc:docChgLst>
    <pc:chgData name="Anthony Snider" userId="S::ajs1479@usnh.edu::5fbf3269-7d01-4f25-8a7f-351f466f6a21" providerId="AD" clId="Web-{0EE4050F-8F5F-BA91-DB72-395CBCE5688A}"/>
    <pc:docChg chg="addSld delSld modSld sldOrd">
      <pc:chgData name="Anthony Snider" userId="S::ajs1479@usnh.edu::5fbf3269-7d01-4f25-8a7f-351f466f6a21" providerId="AD" clId="Web-{0EE4050F-8F5F-BA91-DB72-395CBCE5688A}" dt="2025-11-28T22:49:23.535" v="782" actId="1076"/>
      <pc:docMkLst>
        <pc:docMk/>
      </pc:docMkLst>
      <pc:sldChg chg="addSp delSp modSp new mod setBg">
        <pc:chgData name="Anthony Snider" userId="S::ajs1479@usnh.edu::5fbf3269-7d01-4f25-8a7f-351f466f6a21" providerId="AD" clId="Web-{0EE4050F-8F5F-BA91-DB72-395CBCE5688A}" dt="2025-11-28T22:31:47.840" v="480" actId="1076"/>
        <pc:sldMkLst>
          <pc:docMk/>
          <pc:sldMk cId="100857205" sldId="291"/>
        </pc:sldMkLst>
        <pc:spChg chg="add mod">
          <ac:chgData name="Anthony Snider" userId="S::ajs1479@usnh.edu::5fbf3269-7d01-4f25-8a7f-351f466f6a21" providerId="AD" clId="Web-{0EE4050F-8F5F-BA91-DB72-395CBCE5688A}" dt="2025-11-28T22:25:38.130" v="59" actId="1076"/>
          <ac:spMkLst>
            <pc:docMk/>
            <pc:sldMk cId="100857205" sldId="291"/>
            <ac:spMk id="10" creationId="{417ED0BA-9B01-2A21-7D8D-8482F9BF771C}"/>
          </ac:spMkLst>
        </pc:spChg>
        <pc:spChg chg="add mod">
          <ac:chgData name="Anthony Snider" userId="S::ajs1479@usnh.edu::5fbf3269-7d01-4f25-8a7f-351f466f6a21" providerId="AD" clId="Web-{0EE4050F-8F5F-BA91-DB72-395CBCE5688A}" dt="2025-11-28T22:31:47.840" v="480" actId="1076"/>
          <ac:spMkLst>
            <pc:docMk/>
            <pc:sldMk cId="100857205" sldId="291"/>
            <ac:spMk id="12" creationId="{EF74839E-AD6F-3FA6-B499-6723719878F8}"/>
          </ac:spMkLst>
        </pc:spChg>
        <pc:picChg chg="add mod modCrop">
          <ac:chgData name="Anthony Snider" userId="S::ajs1479@usnh.edu::5fbf3269-7d01-4f25-8a7f-351f466f6a21" providerId="AD" clId="Web-{0EE4050F-8F5F-BA91-DB72-395CBCE5688A}" dt="2025-11-28T22:24:24.957" v="34" actId="1076"/>
          <ac:picMkLst>
            <pc:docMk/>
            <pc:sldMk cId="100857205" sldId="291"/>
            <ac:picMk id="9" creationId="{D9ABF81B-6F95-DF53-1144-C3018716FEE9}"/>
          </ac:picMkLst>
        </pc:picChg>
      </pc:sldChg>
      <pc:sldChg chg="addSp delSp modSp new">
        <pc:chgData name="Anthony Snider" userId="S::ajs1479@usnh.edu::5fbf3269-7d01-4f25-8a7f-351f466f6a21" providerId="AD" clId="Web-{0EE4050F-8F5F-BA91-DB72-395CBCE5688A}" dt="2025-11-28T22:43:13.544" v="737" actId="1076"/>
        <pc:sldMkLst>
          <pc:docMk/>
          <pc:sldMk cId="1504009371" sldId="292"/>
        </pc:sldMkLst>
        <pc:spChg chg="add">
          <ac:chgData name="Anthony Snider" userId="S::ajs1479@usnh.edu::5fbf3269-7d01-4f25-8a7f-351f466f6a21" providerId="AD" clId="Web-{0EE4050F-8F5F-BA91-DB72-395CBCE5688A}" dt="2025-11-28T22:33:42.219" v="506"/>
          <ac:spMkLst>
            <pc:docMk/>
            <pc:sldMk cId="1504009371" sldId="292"/>
            <ac:spMk id="7" creationId="{4D1F7F52-9DE9-4DB1-3747-15E79EF92C49}"/>
          </ac:spMkLst>
        </pc:spChg>
        <pc:spChg chg="add mod">
          <ac:chgData name="Anthony Snider" userId="S::ajs1479@usnh.edu::5fbf3269-7d01-4f25-8a7f-351f466f6a21" providerId="AD" clId="Web-{0EE4050F-8F5F-BA91-DB72-395CBCE5688A}" dt="2025-11-28T22:39:47.336" v="611"/>
          <ac:spMkLst>
            <pc:docMk/>
            <pc:sldMk cId="1504009371" sldId="292"/>
            <ac:spMk id="11" creationId="{BC72705F-CB18-78CD-7737-1CE3222E03E7}"/>
          </ac:spMkLst>
        </pc:spChg>
        <pc:spChg chg="add mod">
          <ac:chgData name="Anthony Snider" userId="S::ajs1479@usnh.edu::5fbf3269-7d01-4f25-8a7f-351f466f6a21" providerId="AD" clId="Web-{0EE4050F-8F5F-BA91-DB72-395CBCE5688A}" dt="2025-11-28T22:39:59.789" v="618" actId="14100"/>
          <ac:spMkLst>
            <pc:docMk/>
            <pc:sldMk cId="1504009371" sldId="292"/>
            <ac:spMk id="12" creationId="{8DA8AF1C-1DFD-5155-3A1C-BECFA8850011}"/>
          </ac:spMkLst>
        </pc:spChg>
        <pc:spChg chg="add mod">
          <ac:chgData name="Anthony Snider" userId="S::ajs1479@usnh.edu::5fbf3269-7d01-4f25-8a7f-351f466f6a21" providerId="AD" clId="Web-{0EE4050F-8F5F-BA91-DB72-395CBCE5688A}" dt="2025-11-28T22:41:01.947" v="666" actId="20577"/>
          <ac:spMkLst>
            <pc:docMk/>
            <pc:sldMk cId="1504009371" sldId="292"/>
            <ac:spMk id="13" creationId="{6CFEC1C1-91FF-F1D0-32D1-E70611CFECE3}"/>
          </ac:spMkLst>
        </pc:spChg>
        <pc:spChg chg="add mod">
          <ac:chgData name="Anthony Snider" userId="S::ajs1479@usnh.edu::5fbf3269-7d01-4f25-8a7f-351f466f6a21" providerId="AD" clId="Web-{0EE4050F-8F5F-BA91-DB72-395CBCE5688A}" dt="2025-11-28T22:43:13.544" v="737" actId="1076"/>
          <ac:spMkLst>
            <pc:docMk/>
            <pc:sldMk cId="1504009371" sldId="292"/>
            <ac:spMk id="14" creationId="{1D183AC2-D224-4FD7-C893-A12F49E2307D}"/>
          </ac:spMkLst>
        </pc:spChg>
        <pc:picChg chg="add mod">
          <ac:chgData name="Anthony Snider" userId="S::ajs1479@usnh.edu::5fbf3269-7d01-4f25-8a7f-351f466f6a21" providerId="AD" clId="Web-{0EE4050F-8F5F-BA91-DB72-395CBCE5688A}" dt="2025-11-28T22:39:14.211" v="583" actId="1076"/>
          <ac:picMkLst>
            <pc:docMk/>
            <pc:sldMk cId="1504009371" sldId="292"/>
            <ac:picMk id="8" creationId="{1CA7889E-9C28-70FB-0D2B-26B3D16E46FB}"/>
          </ac:picMkLst>
        </pc:picChg>
        <pc:picChg chg="add mod">
          <ac:chgData name="Anthony Snider" userId="S::ajs1479@usnh.edu::5fbf3269-7d01-4f25-8a7f-351f466f6a21" providerId="AD" clId="Web-{0EE4050F-8F5F-BA91-DB72-395CBCE5688A}" dt="2025-11-28T22:39:43.023" v="610" actId="1076"/>
          <ac:picMkLst>
            <pc:docMk/>
            <pc:sldMk cId="1504009371" sldId="292"/>
            <ac:picMk id="10" creationId="{693155E0-88EB-53AB-8876-255C54A21252}"/>
          </ac:picMkLst>
        </pc:picChg>
      </pc:sldChg>
      <pc:sldChg chg="addSp delSp modSp new ord">
        <pc:chgData name="Anthony Snider" userId="S::ajs1479@usnh.edu::5fbf3269-7d01-4f25-8a7f-351f466f6a21" providerId="AD" clId="Web-{0EE4050F-8F5F-BA91-DB72-395CBCE5688A}" dt="2025-11-28T22:49:23.535" v="782" actId="1076"/>
        <pc:sldMkLst>
          <pc:docMk/>
          <pc:sldMk cId="980989191" sldId="293"/>
        </pc:sldMkLst>
        <pc:spChg chg="mod">
          <ac:chgData name="Anthony Snider" userId="S::ajs1479@usnh.edu::5fbf3269-7d01-4f25-8a7f-351f466f6a21" providerId="AD" clId="Web-{0EE4050F-8F5F-BA91-DB72-395CBCE5688A}" dt="2025-11-28T22:49:23.535" v="782" actId="1076"/>
          <ac:spMkLst>
            <pc:docMk/>
            <pc:sldMk cId="980989191" sldId="293"/>
            <ac:spMk id="2" creationId="{D2A08D50-F6E7-7AFF-7625-7144D500021E}"/>
          </ac:spMkLst>
        </pc:spChg>
        <pc:picChg chg="add mod">
          <ac:chgData name="Anthony Snider" userId="S::ajs1479@usnh.edu::5fbf3269-7d01-4f25-8a7f-351f466f6a21" providerId="AD" clId="Web-{0EE4050F-8F5F-BA91-DB72-395CBCE5688A}" dt="2025-11-28T22:48:00.860" v="759" actId="1076"/>
          <ac:picMkLst>
            <pc:docMk/>
            <pc:sldMk cId="980989191" sldId="293"/>
            <ac:picMk id="5" creationId="{48C8801A-0C8D-846B-A6C6-F0EDE4F03F96}"/>
          </ac:picMkLst>
        </pc:picChg>
        <pc:picChg chg="add mod">
          <ac:chgData name="Anthony Snider" userId="S::ajs1479@usnh.edu::5fbf3269-7d01-4f25-8a7f-351f466f6a21" providerId="AD" clId="Web-{0EE4050F-8F5F-BA91-DB72-395CBCE5688A}" dt="2025-11-28T22:46:51.873" v="756"/>
          <ac:picMkLst>
            <pc:docMk/>
            <pc:sldMk cId="980989191" sldId="293"/>
            <ac:picMk id="7" creationId="{8C617348-B936-0E14-E9BC-485D107BD1D3}"/>
          </ac:picMkLst>
        </pc:picChg>
      </pc:sldChg>
    </pc:docChg>
  </pc:docChgLst>
  <pc:docChgLst>
    <pc:chgData name="Stephen Fallon" userId="S::sff1011@usnh.edu::14b6e3f6-4223-4224-ae34-978cd582af91" providerId="AD" clId="Web-{6058A6DA-29F6-1A21-5D67-8A6113AC34AA}"/>
    <pc:docChg chg="modSld">
      <pc:chgData name="Stephen Fallon" userId="S::sff1011@usnh.edu::14b6e3f6-4223-4224-ae34-978cd582af91" providerId="AD" clId="Web-{6058A6DA-29F6-1A21-5D67-8A6113AC34AA}" dt="2025-11-30T21:53:14.331" v="36" actId="20577"/>
      <pc:docMkLst>
        <pc:docMk/>
      </pc:docMkLst>
      <pc:sldChg chg="modSp">
        <pc:chgData name="Stephen Fallon" userId="S::sff1011@usnh.edu::14b6e3f6-4223-4224-ae34-978cd582af91" providerId="AD" clId="Web-{6058A6DA-29F6-1A21-5D67-8A6113AC34AA}" dt="2025-11-30T21:53:14.331" v="36" actId="20577"/>
        <pc:sldMkLst>
          <pc:docMk/>
          <pc:sldMk cId="0" sldId="280"/>
        </pc:sldMkLst>
        <pc:spChg chg="mod">
          <ac:chgData name="Stephen Fallon" userId="S::sff1011@usnh.edu::14b6e3f6-4223-4224-ae34-978cd582af91" providerId="AD" clId="Web-{6058A6DA-29F6-1A21-5D67-8A6113AC34AA}" dt="2025-11-30T21:53:14.331" v="36" actId="20577"/>
          <ac:spMkLst>
            <pc:docMk/>
            <pc:sldMk cId="0" sldId="280"/>
            <ac:spMk id="210" creationId="{00000000-0000-0000-0000-000000000000}"/>
          </ac:spMkLst>
        </pc:spChg>
      </pc:sldChg>
    </pc:docChg>
  </pc:docChgLst>
  <pc:docChgLst>
    <pc:chgData name="Troy Ciardelli-Zaryckyj" userId="S::tac1093@usnh.edu::4248d8a9-ee33-4638-8bf1-4b0b00acc4fd" providerId="AD" clId="Web-{AE1357B5-C098-B97B-3913-3321C03E6385}"/>
    <pc:docChg chg="modSld">
      <pc:chgData name="Troy Ciardelli-Zaryckyj" userId="S::tac1093@usnh.edu::4248d8a9-ee33-4638-8bf1-4b0b00acc4fd" providerId="AD" clId="Web-{AE1357B5-C098-B97B-3913-3321C03E6385}" dt="2025-11-30T22:02:40.938" v="104" actId="20577"/>
      <pc:docMkLst>
        <pc:docMk/>
      </pc:docMkLst>
      <pc:sldChg chg="modSp">
        <pc:chgData name="Troy Ciardelli-Zaryckyj" userId="S::tac1093@usnh.edu::4248d8a9-ee33-4638-8bf1-4b0b00acc4fd" providerId="AD" clId="Web-{AE1357B5-C098-B97B-3913-3321C03E6385}" dt="2025-11-30T22:02:40.938" v="104" actId="20577"/>
        <pc:sldMkLst>
          <pc:docMk/>
          <pc:sldMk cId="88209250" sldId="286"/>
        </pc:sldMkLst>
        <pc:spChg chg="mod">
          <ac:chgData name="Troy Ciardelli-Zaryckyj" userId="S::tac1093@usnh.edu::4248d8a9-ee33-4638-8bf1-4b0b00acc4fd" providerId="AD" clId="Web-{AE1357B5-C098-B97B-3913-3321C03E6385}" dt="2025-11-30T22:02:40.938" v="104" actId="20577"/>
          <ac:spMkLst>
            <pc:docMk/>
            <pc:sldMk cId="88209250" sldId="286"/>
            <ac:spMk id="3" creationId="{5E84BA5E-53CB-1647-669D-72318263CF4C}"/>
          </ac:spMkLst>
        </pc:spChg>
      </pc:sldChg>
    </pc:docChg>
  </pc:docChgLst>
  <pc:docChgLst>
    <pc:chgData name="Vincent Ciccotelli" userId="S::vkc1003@usnh.edu::643c58e0-9e2f-4d16-a325-54c3d9956c9d" providerId="AD" clId="Web-{0C7B2161-45D1-0C78-E236-81F38E53ECC0}"/>
    <pc:docChg chg="modSld">
      <pc:chgData name="Vincent Ciccotelli" userId="S::vkc1003@usnh.edu::643c58e0-9e2f-4d16-a325-54c3d9956c9d" providerId="AD" clId="Web-{0C7B2161-45D1-0C78-E236-81F38E53ECC0}" dt="2025-11-24T18:58:19.569" v="122" actId="20577"/>
      <pc:docMkLst>
        <pc:docMk/>
      </pc:docMkLst>
      <pc:sldChg chg="modSp">
        <pc:chgData name="Vincent Ciccotelli" userId="S::vkc1003@usnh.edu::643c58e0-9e2f-4d16-a325-54c3d9956c9d" providerId="AD" clId="Web-{0C7B2161-45D1-0C78-E236-81F38E53ECC0}" dt="2025-11-24T18:58:19.569" v="122" actId="20577"/>
        <pc:sldMkLst>
          <pc:docMk/>
          <pc:sldMk cId="0" sldId="263"/>
        </pc:sldMkLst>
        <pc:spChg chg="mod">
          <ac:chgData name="Vincent Ciccotelli" userId="S::vkc1003@usnh.edu::643c58e0-9e2f-4d16-a325-54c3d9956c9d" providerId="AD" clId="Web-{0C7B2161-45D1-0C78-E236-81F38E53ECC0}" dt="2025-11-24T18:58:19.569" v="122" actId="20577"/>
          <ac:spMkLst>
            <pc:docMk/>
            <pc:sldMk cId="0" sldId="263"/>
            <ac:spMk id="100" creationId="{00000000-0000-0000-0000-000000000000}"/>
          </ac:spMkLst>
        </pc:spChg>
      </pc:sldChg>
      <pc:sldChg chg="modSp">
        <pc:chgData name="Vincent Ciccotelli" userId="S::vkc1003@usnh.edu::643c58e0-9e2f-4d16-a325-54c3d9956c9d" providerId="AD" clId="Web-{0C7B2161-45D1-0C78-E236-81F38E53ECC0}" dt="2025-11-24T18:39:49.281" v="67" actId="20577"/>
        <pc:sldMkLst>
          <pc:docMk/>
          <pc:sldMk cId="0" sldId="264"/>
        </pc:sldMkLst>
        <pc:spChg chg="mod">
          <ac:chgData name="Vincent Ciccotelli" userId="S::vkc1003@usnh.edu::643c58e0-9e2f-4d16-a325-54c3d9956c9d" providerId="AD" clId="Web-{0C7B2161-45D1-0C78-E236-81F38E53ECC0}" dt="2025-11-24T18:39:49.281" v="67" actId="20577"/>
          <ac:spMkLst>
            <pc:docMk/>
            <pc:sldMk cId="0" sldId="264"/>
            <ac:spMk id="107" creationId="{00000000-0000-0000-0000-000000000000}"/>
          </ac:spMkLst>
        </pc:spChg>
      </pc:sldChg>
      <pc:sldChg chg="modSp">
        <pc:chgData name="Vincent Ciccotelli" userId="S::vkc1003@usnh.edu::643c58e0-9e2f-4d16-a325-54c3d9956c9d" providerId="AD" clId="Web-{0C7B2161-45D1-0C78-E236-81F38E53ECC0}" dt="2025-11-24T18:36:59.761" v="39" actId="20577"/>
        <pc:sldMkLst>
          <pc:docMk/>
          <pc:sldMk cId="0" sldId="265"/>
        </pc:sldMkLst>
        <pc:spChg chg="mod">
          <ac:chgData name="Vincent Ciccotelli" userId="S::vkc1003@usnh.edu::643c58e0-9e2f-4d16-a325-54c3d9956c9d" providerId="AD" clId="Web-{0C7B2161-45D1-0C78-E236-81F38E53ECC0}" dt="2025-11-24T18:36:59.761" v="39" actId="20577"/>
          <ac:spMkLst>
            <pc:docMk/>
            <pc:sldMk cId="0" sldId="265"/>
            <ac:spMk id="114" creationId="{00000000-0000-0000-0000-000000000000}"/>
          </ac:spMkLst>
        </pc:spChg>
      </pc:sldChg>
      <pc:sldChg chg="modSp">
        <pc:chgData name="Vincent Ciccotelli" userId="S::vkc1003@usnh.edu::643c58e0-9e2f-4d16-a325-54c3d9956c9d" providerId="AD" clId="Web-{0C7B2161-45D1-0C78-E236-81F38E53ECC0}" dt="2025-11-24T18:37:11.668" v="44" actId="20577"/>
        <pc:sldMkLst>
          <pc:docMk/>
          <pc:sldMk cId="0" sldId="266"/>
        </pc:sldMkLst>
        <pc:spChg chg="mod">
          <ac:chgData name="Vincent Ciccotelli" userId="S::vkc1003@usnh.edu::643c58e0-9e2f-4d16-a325-54c3d9956c9d" providerId="AD" clId="Web-{0C7B2161-45D1-0C78-E236-81F38E53ECC0}" dt="2025-11-24T18:37:11.668" v="44" actId="20577"/>
          <ac:spMkLst>
            <pc:docMk/>
            <pc:sldMk cId="0" sldId="266"/>
            <ac:spMk id="121" creationId="{00000000-0000-0000-0000-000000000000}"/>
          </ac:spMkLst>
        </pc:spChg>
      </pc:sldChg>
      <pc:sldChg chg="addSp delSp modSp">
        <pc:chgData name="Vincent Ciccotelli" userId="S::vkc1003@usnh.edu::643c58e0-9e2f-4d16-a325-54c3d9956c9d" providerId="AD" clId="Web-{0C7B2161-45D1-0C78-E236-81F38E53ECC0}" dt="2025-11-24T18:51:56.089" v="73"/>
        <pc:sldMkLst>
          <pc:docMk/>
          <pc:sldMk cId="1124320196" sldId="284"/>
        </pc:sldMkLst>
        <pc:picChg chg="add mod">
          <ac:chgData name="Vincent Ciccotelli" userId="S::vkc1003@usnh.edu::643c58e0-9e2f-4d16-a325-54c3d9956c9d" providerId="AD" clId="Web-{0C7B2161-45D1-0C78-E236-81F38E53ECC0}" dt="2025-11-24T18:51:53.605" v="72" actId="14100"/>
          <ac:picMkLst>
            <pc:docMk/>
            <pc:sldMk cId="1124320196" sldId="284"/>
            <ac:picMk id="4" creationId="{74C11098-8586-60D8-F391-9D094E2DB7D7}"/>
          </ac:picMkLst>
        </pc:picChg>
      </pc:sldChg>
    </pc:docChg>
  </pc:docChgLst>
  <pc:docChgLst>
    <pc:chgData name="Brett Dupont" userId="S::brd1051@usnh.edu::297d289f-da60-43e2-845a-7a1052e16368" providerId="AD" clId="Web-{16607F31-34F7-0424-7BD2-5C1380044464}"/>
    <pc:docChg chg="mod addSld delSld modSld addMainMaster delMainMaster">
      <pc:chgData name="Brett Dupont" userId="S::brd1051@usnh.edu::297d289f-da60-43e2-845a-7a1052e16368" providerId="AD" clId="Web-{16607F31-34F7-0424-7BD2-5C1380044464}" dt="2025-11-24T18:52:31.721" v="596" actId="1076"/>
      <pc:docMkLst>
        <pc:docMk/>
      </pc:docMkLst>
      <pc:sldChg chg="modSp mod modClrScheme chgLayout">
        <pc:chgData name="Brett Dupont" userId="S::brd1051@usnh.edu::297d289f-da60-43e2-845a-7a1052e16368" providerId="AD" clId="Web-{16607F31-34F7-0424-7BD2-5C1380044464}" dt="2025-11-24T18:02:35.039" v="62"/>
        <pc:sldMkLst>
          <pc:docMk/>
          <pc:sldMk cId="0" sldId="256"/>
        </pc:sldMkLst>
        <pc:spChg chg="mod ord">
          <ac:chgData name="Brett Dupont" userId="S::brd1051@usnh.edu::297d289f-da60-43e2-845a-7a1052e16368" providerId="AD" clId="Web-{16607F31-34F7-0424-7BD2-5C1380044464}" dt="2025-11-24T18:02:35.039" v="62"/>
          <ac:spMkLst>
            <pc:docMk/>
            <pc:sldMk cId="0" sldId="256"/>
            <ac:spMk id="54" creationId="{00000000-0000-0000-0000-000000000000}"/>
          </ac:spMkLst>
        </pc:spChg>
        <pc:spChg chg="mod ord">
          <ac:chgData name="Brett Dupont" userId="S::brd1051@usnh.edu::297d289f-da60-43e2-845a-7a1052e16368" providerId="AD" clId="Web-{16607F31-34F7-0424-7BD2-5C1380044464}" dt="2025-11-24T18:02:35.039" v="62"/>
          <ac:spMkLst>
            <pc:docMk/>
            <pc:sldMk cId="0" sldId="256"/>
            <ac:spMk id="55" creationId="{00000000-0000-0000-0000-000000000000}"/>
          </ac:spMkLst>
        </pc:spChg>
      </pc:sldChg>
      <pc:sldChg chg="modSp mod modClrScheme chgLayout">
        <pc:chgData name="Brett Dupont" userId="S::brd1051@usnh.edu::297d289f-da60-43e2-845a-7a1052e16368" providerId="AD" clId="Web-{16607F31-34F7-0424-7BD2-5C1380044464}" dt="2025-11-24T18:02:35.039" v="62"/>
        <pc:sldMkLst>
          <pc:docMk/>
          <pc:sldMk cId="0" sldId="257"/>
        </pc:sldMkLst>
        <pc:spChg chg="mod ord">
          <ac:chgData name="Brett Dupont" userId="S::brd1051@usnh.edu::297d289f-da60-43e2-845a-7a1052e16368" providerId="AD" clId="Web-{16607F31-34F7-0424-7BD2-5C1380044464}" dt="2025-11-24T18:02:35.039" v="62"/>
          <ac:spMkLst>
            <pc:docMk/>
            <pc:sldMk cId="0" sldId="257"/>
            <ac:spMk id="60" creationId="{00000000-0000-0000-0000-000000000000}"/>
          </ac:spMkLst>
        </pc:spChg>
        <pc:spChg chg="mod ord">
          <ac:chgData name="Brett Dupont" userId="S::brd1051@usnh.edu::297d289f-da60-43e2-845a-7a1052e16368" providerId="AD" clId="Web-{16607F31-34F7-0424-7BD2-5C1380044464}" dt="2025-11-24T18:02:35.039" v="62"/>
          <ac:spMkLst>
            <pc:docMk/>
            <pc:sldMk cId="0" sldId="257"/>
            <ac:spMk id="61" creationId="{00000000-0000-0000-0000-000000000000}"/>
          </ac:spMkLst>
        </pc:spChg>
      </pc:sldChg>
      <pc:sldChg chg="modSp mod modClrScheme chgLayout">
        <pc:chgData name="Brett Dupont" userId="S::brd1051@usnh.edu::297d289f-da60-43e2-845a-7a1052e16368" providerId="AD" clId="Web-{16607F31-34F7-0424-7BD2-5C1380044464}" dt="2025-11-24T18:02:35.039" v="62"/>
        <pc:sldMkLst>
          <pc:docMk/>
          <pc:sldMk cId="0" sldId="258"/>
        </pc:sldMkLst>
        <pc:spChg chg="mod ord">
          <ac:chgData name="Brett Dupont" userId="S::brd1051@usnh.edu::297d289f-da60-43e2-845a-7a1052e16368" providerId="AD" clId="Web-{16607F31-34F7-0424-7BD2-5C1380044464}" dt="2025-11-24T18:02:35.039" v="62"/>
          <ac:spMkLst>
            <pc:docMk/>
            <pc:sldMk cId="0" sldId="258"/>
            <ac:spMk id="66" creationId="{00000000-0000-0000-0000-000000000000}"/>
          </ac:spMkLst>
        </pc:spChg>
        <pc:spChg chg="mod ord">
          <ac:chgData name="Brett Dupont" userId="S::brd1051@usnh.edu::297d289f-da60-43e2-845a-7a1052e16368" providerId="AD" clId="Web-{16607F31-34F7-0424-7BD2-5C1380044464}" dt="2025-11-24T18:02:35.039" v="62"/>
          <ac:spMkLst>
            <pc:docMk/>
            <pc:sldMk cId="0" sldId="258"/>
            <ac:spMk id="67" creationId="{00000000-0000-0000-0000-000000000000}"/>
          </ac:spMkLst>
        </pc:spChg>
      </pc:sldChg>
      <pc:sldChg chg="modSp mod modClrScheme chgLayout">
        <pc:chgData name="Brett Dupont" userId="S::brd1051@usnh.edu::297d289f-da60-43e2-845a-7a1052e16368" providerId="AD" clId="Web-{16607F31-34F7-0424-7BD2-5C1380044464}" dt="2025-11-24T18:14:38.215" v="509" actId="20577"/>
        <pc:sldMkLst>
          <pc:docMk/>
          <pc:sldMk cId="0" sldId="259"/>
        </pc:sldMkLst>
        <pc:spChg chg="mod ord">
          <ac:chgData name="Brett Dupont" userId="S::brd1051@usnh.edu::297d289f-da60-43e2-845a-7a1052e16368" providerId="AD" clId="Web-{16607F31-34F7-0424-7BD2-5C1380044464}" dt="2025-11-24T18:02:35.039" v="62"/>
          <ac:spMkLst>
            <pc:docMk/>
            <pc:sldMk cId="0" sldId="259"/>
            <ac:spMk id="73" creationId="{00000000-0000-0000-0000-000000000000}"/>
          </ac:spMkLst>
        </pc:spChg>
        <pc:spChg chg="mod ord">
          <ac:chgData name="Brett Dupont" userId="S::brd1051@usnh.edu::297d289f-da60-43e2-845a-7a1052e16368" providerId="AD" clId="Web-{16607F31-34F7-0424-7BD2-5C1380044464}" dt="2025-11-24T18:07:31.073" v="232" actId="20577"/>
          <ac:spMkLst>
            <pc:docMk/>
            <pc:sldMk cId="0" sldId="259"/>
            <ac:spMk id="74" creationId="{00000000-0000-0000-0000-000000000000}"/>
          </ac:spMkLst>
        </pc:spChg>
        <pc:spChg chg="mod ord">
          <ac:chgData name="Brett Dupont" userId="S::brd1051@usnh.edu::297d289f-da60-43e2-845a-7a1052e16368" providerId="AD" clId="Web-{16607F31-34F7-0424-7BD2-5C1380044464}" dt="2025-11-24T18:02:35.039" v="62"/>
          <ac:spMkLst>
            <pc:docMk/>
            <pc:sldMk cId="0" sldId="259"/>
            <ac:spMk id="75" creationId="{00000000-0000-0000-0000-000000000000}"/>
          </ac:spMkLst>
        </pc:spChg>
        <pc:spChg chg="mod ord">
          <ac:chgData name="Brett Dupont" userId="S::brd1051@usnh.edu::297d289f-da60-43e2-845a-7a1052e16368" providerId="AD" clId="Web-{16607F31-34F7-0424-7BD2-5C1380044464}" dt="2025-11-24T18:14:38.215" v="509" actId="20577"/>
          <ac:spMkLst>
            <pc:docMk/>
            <pc:sldMk cId="0" sldId="259"/>
            <ac:spMk id="76" creationId="{00000000-0000-0000-0000-000000000000}"/>
          </ac:spMkLst>
        </pc:spChg>
      </pc:sldChg>
      <pc:sldChg chg="modSp mod modClrScheme chgLayout">
        <pc:chgData name="Brett Dupont" userId="S::brd1051@usnh.edu::297d289f-da60-43e2-845a-7a1052e16368" providerId="AD" clId="Web-{16607F31-34F7-0424-7BD2-5C1380044464}" dt="2025-11-24T18:02:35.039" v="62"/>
        <pc:sldMkLst>
          <pc:docMk/>
          <pc:sldMk cId="0" sldId="260"/>
        </pc:sldMkLst>
        <pc:spChg chg="mod ord">
          <ac:chgData name="Brett Dupont" userId="S::brd1051@usnh.edu::297d289f-da60-43e2-845a-7a1052e16368" providerId="AD" clId="Web-{16607F31-34F7-0424-7BD2-5C1380044464}" dt="2025-11-24T18:02:35.039" v="62"/>
          <ac:spMkLst>
            <pc:docMk/>
            <pc:sldMk cId="0" sldId="260"/>
            <ac:spMk id="81" creationId="{00000000-0000-0000-0000-000000000000}"/>
          </ac:spMkLst>
        </pc:spChg>
        <pc:spChg chg="mod ord">
          <ac:chgData name="Brett Dupont" userId="S::brd1051@usnh.edu::297d289f-da60-43e2-845a-7a1052e16368" providerId="AD" clId="Web-{16607F31-34F7-0424-7BD2-5C1380044464}" dt="2025-11-24T18:02:35.039" v="62"/>
          <ac:spMkLst>
            <pc:docMk/>
            <pc:sldMk cId="0" sldId="260"/>
            <ac:spMk id="82" creationId="{00000000-0000-0000-0000-000000000000}"/>
          </ac:spMkLst>
        </pc:spChg>
      </pc:sldChg>
      <pc:sldChg chg="modSp mod modClrScheme chgLayout">
        <pc:chgData name="Brett Dupont" userId="S::brd1051@usnh.edu::297d289f-da60-43e2-845a-7a1052e16368" providerId="AD" clId="Web-{16607F31-34F7-0424-7BD2-5C1380044464}" dt="2025-11-24T18:10:04.073" v="309" actId="14100"/>
        <pc:sldMkLst>
          <pc:docMk/>
          <pc:sldMk cId="0" sldId="261"/>
        </pc:sldMkLst>
        <pc:spChg chg="mod ord">
          <ac:chgData name="Brett Dupont" userId="S::brd1051@usnh.edu::297d289f-da60-43e2-845a-7a1052e16368" providerId="AD" clId="Web-{16607F31-34F7-0424-7BD2-5C1380044464}" dt="2025-11-24T18:02:35.039" v="62"/>
          <ac:spMkLst>
            <pc:docMk/>
            <pc:sldMk cId="0" sldId="261"/>
            <ac:spMk id="87" creationId="{00000000-0000-0000-0000-000000000000}"/>
          </ac:spMkLst>
        </pc:spChg>
        <pc:spChg chg="mod ord">
          <ac:chgData name="Brett Dupont" userId="S::brd1051@usnh.edu::297d289f-da60-43e2-845a-7a1052e16368" providerId="AD" clId="Web-{16607F31-34F7-0424-7BD2-5C1380044464}" dt="2025-11-24T18:09:56.651" v="308" actId="20577"/>
          <ac:spMkLst>
            <pc:docMk/>
            <pc:sldMk cId="0" sldId="261"/>
            <ac:spMk id="88" creationId="{00000000-0000-0000-0000-000000000000}"/>
          </ac:spMkLst>
        </pc:spChg>
        <pc:picChg chg="mod">
          <ac:chgData name="Brett Dupont" userId="S::brd1051@usnh.edu::297d289f-da60-43e2-845a-7a1052e16368" providerId="AD" clId="Web-{16607F31-34F7-0424-7BD2-5C1380044464}" dt="2025-11-24T18:10:04.073" v="309" actId="14100"/>
          <ac:picMkLst>
            <pc:docMk/>
            <pc:sldMk cId="0" sldId="261"/>
            <ac:picMk id="89" creationId="{00000000-0000-0000-0000-000000000000}"/>
          </ac:picMkLst>
        </pc:picChg>
      </pc:sldChg>
      <pc:sldChg chg="modSp mod modClrScheme chgLayout">
        <pc:chgData name="Brett Dupont" userId="S::brd1051@usnh.edu::297d289f-da60-43e2-845a-7a1052e16368" providerId="AD" clId="Web-{16607F31-34F7-0424-7BD2-5C1380044464}" dt="2025-11-24T18:02:35.039" v="62"/>
        <pc:sldMkLst>
          <pc:docMk/>
          <pc:sldMk cId="0" sldId="262"/>
        </pc:sldMkLst>
        <pc:spChg chg="mod ord">
          <ac:chgData name="Brett Dupont" userId="S::brd1051@usnh.edu::297d289f-da60-43e2-845a-7a1052e16368" providerId="AD" clId="Web-{16607F31-34F7-0424-7BD2-5C1380044464}" dt="2025-11-24T18:02:35.039" v="62"/>
          <ac:spMkLst>
            <pc:docMk/>
            <pc:sldMk cId="0" sldId="262"/>
            <ac:spMk id="94" creationId="{00000000-0000-0000-0000-000000000000}"/>
          </ac:spMkLst>
        </pc:spChg>
      </pc:sldChg>
      <pc:sldChg chg="modSp mod modClrScheme chgLayout">
        <pc:chgData name="Brett Dupont" userId="S::brd1051@usnh.edu::297d289f-da60-43e2-845a-7a1052e16368" providerId="AD" clId="Web-{16607F31-34F7-0424-7BD2-5C1380044464}" dt="2025-11-24T18:02:35.039" v="62"/>
        <pc:sldMkLst>
          <pc:docMk/>
          <pc:sldMk cId="0" sldId="263"/>
        </pc:sldMkLst>
        <pc:spChg chg="mod ord">
          <ac:chgData name="Brett Dupont" userId="S::brd1051@usnh.edu::297d289f-da60-43e2-845a-7a1052e16368" providerId="AD" clId="Web-{16607F31-34F7-0424-7BD2-5C1380044464}" dt="2025-11-24T18:02:35.039" v="62"/>
          <ac:spMkLst>
            <pc:docMk/>
            <pc:sldMk cId="0" sldId="263"/>
            <ac:spMk id="99" creationId="{00000000-0000-0000-0000-000000000000}"/>
          </ac:spMkLst>
        </pc:spChg>
        <pc:spChg chg="mod ord">
          <ac:chgData name="Brett Dupont" userId="S::brd1051@usnh.edu::297d289f-da60-43e2-845a-7a1052e16368" providerId="AD" clId="Web-{16607F31-34F7-0424-7BD2-5C1380044464}" dt="2025-11-24T18:02:35.039" v="62"/>
          <ac:spMkLst>
            <pc:docMk/>
            <pc:sldMk cId="0" sldId="263"/>
            <ac:spMk id="100" creationId="{00000000-0000-0000-0000-000000000000}"/>
          </ac:spMkLst>
        </pc:spChg>
        <pc:spChg chg="mod ord">
          <ac:chgData name="Brett Dupont" userId="S::brd1051@usnh.edu::297d289f-da60-43e2-845a-7a1052e16368" providerId="AD" clId="Web-{16607F31-34F7-0424-7BD2-5C1380044464}" dt="2025-11-24T18:02:35.039" v="62"/>
          <ac:spMkLst>
            <pc:docMk/>
            <pc:sldMk cId="0" sldId="263"/>
            <ac:spMk id="101" creationId="{00000000-0000-0000-0000-000000000000}"/>
          </ac:spMkLst>
        </pc:spChg>
      </pc:sldChg>
      <pc:sldChg chg="modSp mod modClrScheme chgLayout">
        <pc:chgData name="Brett Dupont" userId="S::brd1051@usnh.edu::297d289f-da60-43e2-845a-7a1052e16368" providerId="AD" clId="Web-{16607F31-34F7-0424-7BD2-5C1380044464}" dt="2025-11-24T18:02:35.039" v="62"/>
        <pc:sldMkLst>
          <pc:docMk/>
          <pc:sldMk cId="0" sldId="264"/>
        </pc:sldMkLst>
        <pc:spChg chg="mod ord">
          <ac:chgData name="Brett Dupont" userId="S::brd1051@usnh.edu::297d289f-da60-43e2-845a-7a1052e16368" providerId="AD" clId="Web-{16607F31-34F7-0424-7BD2-5C1380044464}" dt="2025-11-24T18:02:35.039" v="62"/>
          <ac:spMkLst>
            <pc:docMk/>
            <pc:sldMk cId="0" sldId="264"/>
            <ac:spMk id="106" creationId="{00000000-0000-0000-0000-000000000000}"/>
          </ac:spMkLst>
        </pc:spChg>
        <pc:spChg chg="mod ord">
          <ac:chgData name="Brett Dupont" userId="S::brd1051@usnh.edu::297d289f-da60-43e2-845a-7a1052e16368" providerId="AD" clId="Web-{16607F31-34F7-0424-7BD2-5C1380044464}" dt="2025-11-24T18:02:35.039" v="62"/>
          <ac:spMkLst>
            <pc:docMk/>
            <pc:sldMk cId="0" sldId="264"/>
            <ac:spMk id="107" creationId="{00000000-0000-0000-0000-000000000000}"/>
          </ac:spMkLst>
        </pc:spChg>
      </pc:sldChg>
      <pc:sldChg chg="modSp mod modClrScheme chgLayout">
        <pc:chgData name="Brett Dupont" userId="S::brd1051@usnh.edu::297d289f-da60-43e2-845a-7a1052e16368" providerId="AD" clId="Web-{16607F31-34F7-0424-7BD2-5C1380044464}" dt="2025-11-24T18:02:35.039" v="62"/>
        <pc:sldMkLst>
          <pc:docMk/>
          <pc:sldMk cId="0" sldId="265"/>
        </pc:sldMkLst>
        <pc:spChg chg="mod ord">
          <ac:chgData name="Brett Dupont" userId="S::brd1051@usnh.edu::297d289f-da60-43e2-845a-7a1052e16368" providerId="AD" clId="Web-{16607F31-34F7-0424-7BD2-5C1380044464}" dt="2025-11-24T18:02:35.039" v="62"/>
          <ac:spMkLst>
            <pc:docMk/>
            <pc:sldMk cId="0" sldId="265"/>
            <ac:spMk id="113" creationId="{00000000-0000-0000-0000-000000000000}"/>
          </ac:spMkLst>
        </pc:spChg>
        <pc:spChg chg="mod ord">
          <ac:chgData name="Brett Dupont" userId="S::brd1051@usnh.edu::297d289f-da60-43e2-845a-7a1052e16368" providerId="AD" clId="Web-{16607F31-34F7-0424-7BD2-5C1380044464}" dt="2025-11-24T18:02:35.039" v="62"/>
          <ac:spMkLst>
            <pc:docMk/>
            <pc:sldMk cId="0" sldId="265"/>
            <ac:spMk id="114" creationId="{00000000-0000-0000-0000-000000000000}"/>
          </ac:spMkLst>
        </pc:spChg>
      </pc:sldChg>
      <pc:sldChg chg="modSp mod modClrScheme chgLayout">
        <pc:chgData name="Brett Dupont" userId="S::brd1051@usnh.edu::297d289f-da60-43e2-845a-7a1052e16368" providerId="AD" clId="Web-{16607F31-34F7-0424-7BD2-5C1380044464}" dt="2025-11-24T18:02:35.039" v="62"/>
        <pc:sldMkLst>
          <pc:docMk/>
          <pc:sldMk cId="0" sldId="266"/>
        </pc:sldMkLst>
        <pc:spChg chg="mod ord">
          <ac:chgData name="Brett Dupont" userId="S::brd1051@usnh.edu::297d289f-da60-43e2-845a-7a1052e16368" providerId="AD" clId="Web-{16607F31-34F7-0424-7BD2-5C1380044464}" dt="2025-11-24T18:02:35.039" v="62"/>
          <ac:spMkLst>
            <pc:docMk/>
            <pc:sldMk cId="0" sldId="266"/>
            <ac:spMk id="120" creationId="{00000000-0000-0000-0000-000000000000}"/>
          </ac:spMkLst>
        </pc:spChg>
        <pc:spChg chg="mod ord">
          <ac:chgData name="Brett Dupont" userId="S::brd1051@usnh.edu::297d289f-da60-43e2-845a-7a1052e16368" providerId="AD" clId="Web-{16607F31-34F7-0424-7BD2-5C1380044464}" dt="2025-11-24T18:02:35.039" v="62"/>
          <ac:spMkLst>
            <pc:docMk/>
            <pc:sldMk cId="0" sldId="266"/>
            <ac:spMk id="121" creationId="{00000000-0000-0000-0000-000000000000}"/>
          </ac:spMkLst>
        </pc:spChg>
      </pc:sldChg>
      <pc:sldChg chg="modSp mod modClrScheme chgLayout">
        <pc:chgData name="Brett Dupont" userId="S::brd1051@usnh.edu::297d289f-da60-43e2-845a-7a1052e16368" providerId="AD" clId="Web-{16607F31-34F7-0424-7BD2-5C1380044464}" dt="2025-11-24T18:02:35.039" v="62"/>
        <pc:sldMkLst>
          <pc:docMk/>
          <pc:sldMk cId="0" sldId="267"/>
        </pc:sldMkLst>
        <pc:spChg chg="mod ord">
          <ac:chgData name="Brett Dupont" userId="S::brd1051@usnh.edu::297d289f-da60-43e2-845a-7a1052e16368" providerId="AD" clId="Web-{16607F31-34F7-0424-7BD2-5C1380044464}" dt="2025-11-24T18:02:35.039" v="62"/>
          <ac:spMkLst>
            <pc:docMk/>
            <pc:sldMk cId="0" sldId="267"/>
            <ac:spMk id="127" creationId="{00000000-0000-0000-0000-000000000000}"/>
          </ac:spMkLst>
        </pc:spChg>
        <pc:spChg chg="mod ord">
          <ac:chgData name="Brett Dupont" userId="S::brd1051@usnh.edu::297d289f-da60-43e2-845a-7a1052e16368" providerId="AD" clId="Web-{16607F31-34F7-0424-7BD2-5C1380044464}" dt="2025-11-24T18:02:35.039" v="62"/>
          <ac:spMkLst>
            <pc:docMk/>
            <pc:sldMk cId="0" sldId="267"/>
            <ac:spMk id="128" creationId="{00000000-0000-0000-0000-000000000000}"/>
          </ac:spMkLst>
        </pc:spChg>
      </pc:sldChg>
      <pc:sldChg chg="modSp mod modClrScheme chgLayout">
        <pc:chgData name="Brett Dupont" userId="S::brd1051@usnh.edu::297d289f-da60-43e2-845a-7a1052e16368" providerId="AD" clId="Web-{16607F31-34F7-0424-7BD2-5C1380044464}" dt="2025-11-24T18:02:35.039" v="62"/>
        <pc:sldMkLst>
          <pc:docMk/>
          <pc:sldMk cId="0" sldId="268"/>
        </pc:sldMkLst>
        <pc:spChg chg="mod ord">
          <ac:chgData name="Brett Dupont" userId="S::brd1051@usnh.edu::297d289f-da60-43e2-845a-7a1052e16368" providerId="AD" clId="Web-{16607F31-34F7-0424-7BD2-5C1380044464}" dt="2025-11-24T18:02:35.039" v="62"/>
          <ac:spMkLst>
            <pc:docMk/>
            <pc:sldMk cId="0" sldId="268"/>
            <ac:spMk id="133" creationId="{00000000-0000-0000-0000-000000000000}"/>
          </ac:spMkLst>
        </pc:spChg>
      </pc:sldChg>
      <pc:sldChg chg="modSp mod modClrScheme chgLayout">
        <pc:chgData name="Brett Dupont" userId="S::brd1051@usnh.edu::297d289f-da60-43e2-845a-7a1052e16368" providerId="AD" clId="Web-{16607F31-34F7-0424-7BD2-5C1380044464}" dt="2025-11-24T18:02:35.039" v="62"/>
        <pc:sldMkLst>
          <pc:docMk/>
          <pc:sldMk cId="0" sldId="273"/>
        </pc:sldMkLst>
        <pc:spChg chg="mod ord">
          <ac:chgData name="Brett Dupont" userId="S::brd1051@usnh.edu::297d289f-da60-43e2-845a-7a1052e16368" providerId="AD" clId="Web-{16607F31-34F7-0424-7BD2-5C1380044464}" dt="2025-11-24T18:02:35.039" v="62"/>
          <ac:spMkLst>
            <pc:docMk/>
            <pc:sldMk cId="0" sldId="273"/>
            <ac:spMk id="164" creationId="{00000000-0000-0000-0000-000000000000}"/>
          </ac:spMkLst>
        </pc:spChg>
        <pc:spChg chg="mod ord">
          <ac:chgData name="Brett Dupont" userId="S::brd1051@usnh.edu::297d289f-da60-43e2-845a-7a1052e16368" providerId="AD" clId="Web-{16607F31-34F7-0424-7BD2-5C1380044464}" dt="2025-11-24T18:02:35.039" v="62"/>
          <ac:spMkLst>
            <pc:docMk/>
            <pc:sldMk cId="0" sldId="273"/>
            <ac:spMk id="165" creationId="{00000000-0000-0000-0000-000000000000}"/>
          </ac:spMkLst>
        </pc:spChg>
      </pc:sldChg>
      <pc:sldChg chg="modSp mod modClrScheme chgLayout">
        <pc:chgData name="Brett Dupont" userId="S::brd1051@usnh.edu::297d289f-da60-43e2-845a-7a1052e16368" providerId="AD" clId="Web-{16607F31-34F7-0424-7BD2-5C1380044464}" dt="2025-11-24T18:02:35.039" v="62"/>
        <pc:sldMkLst>
          <pc:docMk/>
          <pc:sldMk cId="0" sldId="274"/>
        </pc:sldMkLst>
        <pc:spChg chg="mod ord">
          <ac:chgData name="Brett Dupont" userId="S::brd1051@usnh.edu::297d289f-da60-43e2-845a-7a1052e16368" providerId="AD" clId="Web-{16607F31-34F7-0424-7BD2-5C1380044464}" dt="2025-11-24T18:02:35.039" v="62"/>
          <ac:spMkLst>
            <pc:docMk/>
            <pc:sldMk cId="0" sldId="274"/>
            <ac:spMk id="170" creationId="{00000000-0000-0000-0000-000000000000}"/>
          </ac:spMkLst>
        </pc:spChg>
        <pc:spChg chg="mod ord">
          <ac:chgData name="Brett Dupont" userId="S::brd1051@usnh.edu::297d289f-da60-43e2-845a-7a1052e16368" providerId="AD" clId="Web-{16607F31-34F7-0424-7BD2-5C1380044464}" dt="2025-11-24T18:02:35.039" v="62"/>
          <ac:spMkLst>
            <pc:docMk/>
            <pc:sldMk cId="0" sldId="274"/>
            <ac:spMk id="171" creationId="{00000000-0000-0000-0000-000000000000}"/>
          </ac:spMkLst>
        </pc:spChg>
      </pc:sldChg>
      <pc:sldChg chg="modSp mod modClrScheme chgLayout">
        <pc:chgData name="Brett Dupont" userId="S::brd1051@usnh.edu::297d289f-da60-43e2-845a-7a1052e16368" providerId="AD" clId="Web-{16607F31-34F7-0424-7BD2-5C1380044464}" dt="2025-11-24T18:02:35.039" v="62"/>
        <pc:sldMkLst>
          <pc:docMk/>
          <pc:sldMk cId="0" sldId="275"/>
        </pc:sldMkLst>
        <pc:spChg chg="mod ord">
          <ac:chgData name="Brett Dupont" userId="S::brd1051@usnh.edu::297d289f-da60-43e2-845a-7a1052e16368" providerId="AD" clId="Web-{16607F31-34F7-0424-7BD2-5C1380044464}" dt="2025-11-24T18:02:35.039" v="62"/>
          <ac:spMkLst>
            <pc:docMk/>
            <pc:sldMk cId="0" sldId="275"/>
            <ac:spMk id="180" creationId="{00000000-0000-0000-0000-000000000000}"/>
          </ac:spMkLst>
        </pc:spChg>
        <pc:spChg chg="mod ord">
          <ac:chgData name="Brett Dupont" userId="S::brd1051@usnh.edu::297d289f-da60-43e2-845a-7a1052e16368" providerId="AD" clId="Web-{16607F31-34F7-0424-7BD2-5C1380044464}" dt="2025-11-24T18:02:35.039" v="62"/>
          <ac:spMkLst>
            <pc:docMk/>
            <pc:sldMk cId="0" sldId="275"/>
            <ac:spMk id="181" creationId="{00000000-0000-0000-0000-000000000000}"/>
          </ac:spMkLst>
        </pc:spChg>
      </pc:sldChg>
      <pc:sldChg chg="modSp mod modClrScheme chgLayout">
        <pc:chgData name="Brett Dupont" userId="S::brd1051@usnh.edu::297d289f-da60-43e2-845a-7a1052e16368" providerId="AD" clId="Web-{16607F31-34F7-0424-7BD2-5C1380044464}" dt="2025-11-24T18:02:35.039" v="62"/>
        <pc:sldMkLst>
          <pc:docMk/>
          <pc:sldMk cId="0" sldId="276"/>
        </pc:sldMkLst>
        <pc:spChg chg="mod ord">
          <ac:chgData name="Brett Dupont" userId="S::brd1051@usnh.edu::297d289f-da60-43e2-845a-7a1052e16368" providerId="AD" clId="Web-{16607F31-34F7-0424-7BD2-5C1380044464}" dt="2025-11-24T18:02:35.039" v="62"/>
          <ac:spMkLst>
            <pc:docMk/>
            <pc:sldMk cId="0" sldId="276"/>
            <ac:spMk id="186" creationId="{00000000-0000-0000-0000-000000000000}"/>
          </ac:spMkLst>
        </pc:spChg>
        <pc:spChg chg="mod ord">
          <ac:chgData name="Brett Dupont" userId="S::brd1051@usnh.edu::297d289f-da60-43e2-845a-7a1052e16368" providerId="AD" clId="Web-{16607F31-34F7-0424-7BD2-5C1380044464}" dt="2025-11-24T18:02:35.039" v="62"/>
          <ac:spMkLst>
            <pc:docMk/>
            <pc:sldMk cId="0" sldId="276"/>
            <ac:spMk id="187" creationId="{00000000-0000-0000-0000-000000000000}"/>
          </ac:spMkLst>
        </pc:spChg>
      </pc:sldChg>
      <pc:sldChg chg="modSp mod modClrScheme chgLayout">
        <pc:chgData name="Brett Dupont" userId="S::brd1051@usnh.edu::297d289f-da60-43e2-845a-7a1052e16368" providerId="AD" clId="Web-{16607F31-34F7-0424-7BD2-5C1380044464}" dt="2025-11-24T18:02:35.039" v="62"/>
        <pc:sldMkLst>
          <pc:docMk/>
          <pc:sldMk cId="0" sldId="278"/>
        </pc:sldMkLst>
        <pc:spChg chg="mod ord">
          <ac:chgData name="Brett Dupont" userId="S::brd1051@usnh.edu::297d289f-da60-43e2-845a-7a1052e16368" providerId="AD" clId="Web-{16607F31-34F7-0424-7BD2-5C1380044464}" dt="2025-11-24T18:02:35.039" v="62"/>
          <ac:spMkLst>
            <pc:docMk/>
            <pc:sldMk cId="0" sldId="278"/>
            <ac:spMk id="197" creationId="{00000000-0000-0000-0000-000000000000}"/>
          </ac:spMkLst>
        </pc:spChg>
        <pc:spChg chg="mod ord">
          <ac:chgData name="Brett Dupont" userId="S::brd1051@usnh.edu::297d289f-da60-43e2-845a-7a1052e16368" providerId="AD" clId="Web-{16607F31-34F7-0424-7BD2-5C1380044464}" dt="2025-11-24T18:02:35.039" v="62"/>
          <ac:spMkLst>
            <pc:docMk/>
            <pc:sldMk cId="0" sldId="278"/>
            <ac:spMk id="198" creationId="{00000000-0000-0000-0000-000000000000}"/>
          </ac:spMkLst>
        </pc:spChg>
      </pc:sldChg>
      <pc:sldChg chg="modSp mod modClrScheme chgLayout">
        <pc:chgData name="Brett Dupont" userId="S::brd1051@usnh.edu::297d289f-da60-43e2-845a-7a1052e16368" providerId="AD" clId="Web-{16607F31-34F7-0424-7BD2-5C1380044464}" dt="2025-11-24T18:02:35.039" v="62"/>
        <pc:sldMkLst>
          <pc:docMk/>
          <pc:sldMk cId="0" sldId="279"/>
        </pc:sldMkLst>
        <pc:spChg chg="mod ord">
          <ac:chgData name="Brett Dupont" userId="S::brd1051@usnh.edu::297d289f-da60-43e2-845a-7a1052e16368" providerId="AD" clId="Web-{16607F31-34F7-0424-7BD2-5C1380044464}" dt="2025-11-24T18:02:35.039" v="62"/>
          <ac:spMkLst>
            <pc:docMk/>
            <pc:sldMk cId="0" sldId="279"/>
            <ac:spMk id="203" creationId="{00000000-0000-0000-0000-000000000000}"/>
          </ac:spMkLst>
        </pc:spChg>
        <pc:spChg chg="mod ord">
          <ac:chgData name="Brett Dupont" userId="S::brd1051@usnh.edu::297d289f-da60-43e2-845a-7a1052e16368" providerId="AD" clId="Web-{16607F31-34F7-0424-7BD2-5C1380044464}" dt="2025-11-24T18:02:35.039" v="62"/>
          <ac:spMkLst>
            <pc:docMk/>
            <pc:sldMk cId="0" sldId="279"/>
            <ac:spMk id="204" creationId="{00000000-0000-0000-0000-000000000000}"/>
          </ac:spMkLst>
        </pc:spChg>
      </pc:sldChg>
      <pc:sldChg chg="modSp mod modClrScheme chgLayout">
        <pc:chgData name="Brett Dupont" userId="S::brd1051@usnh.edu::297d289f-da60-43e2-845a-7a1052e16368" providerId="AD" clId="Web-{16607F31-34F7-0424-7BD2-5C1380044464}" dt="2025-11-24T18:02:35.039" v="62"/>
        <pc:sldMkLst>
          <pc:docMk/>
          <pc:sldMk cId="0" sldId="280"/>
        </pc:sldMkLst>
        <pc:spChg chg="mod ord">
          <ac:chgData name="Brett Dupont" userId="S::brd1051@usnh.edu::297d289f-da60-43e2-845a-7a1052e16368" providerId="AD" clId="Web-{16607F31-34F7-0424-7BD2-5C1380044464}" dt="2025-11-24T18:02:35.039" v="62"/>
          <ac:spMkLst>
            <pc:docMk/>
            <pc:sldMk cId="0" sldId="280"/>
            <ac:spMk id="209" creationId="{00000000-0000-0000-0000-000000000000}"/>
          </ac:spMkLst>
        </pc:spChg>
        <pc:spChg chg="mod ord">
          <ac:chgData name="Brett Dupont" userId="S::brd1051@usnh.edu::297d289f-da60-43e2-845a-7a1052e16368" providerId="AD" clId="Web-{16607F31-34F7-0424-7BD2-5C1380044464}" dt="2025-11-24T18:02:35.039" v="62"/>
          <ac:spMkLst>
            <pc:docMk/>
            <pc:sldMk cId="0" sldId="280"/>
            <ac:spMk id="210" creationId="{00000000-0000-0000-0000-000000000000}"/>
          </ac:spMkLst>
        </pc:spChg>
      </pc:sldChg>
      <pc:sldChg chg="modSp mod modClrScheme chgLayout">
        <pc:chgData name="Brett Dupont" userId="S::brd1051@usnh.edu::297d289f-da60-43e2-845a-7a1052e16368" providerId="AD" clId="Web-{16607F31-34F7-0424-7BD2-5C1380044464}" dt="2025-11-24T18:02:35.039" v="62"/>
        <pc:sldMkLst>
          <pc:docMk/>
          <pc:sldMk cId="0" sldId="281"/>
        </pc:sldMkLst>
        <pc:spChg chg="mod ord">
          <ac:chgData name="Brett Dupont" userId="S::brd1051@usnh.edu::297d289f-da60-43e2-845a-7a1052e16368" providerId="AD" clId="Web-{16607F31-34F7-0424-7BD2-5C1380044464}" dt="2025-11-24T18:02:35.039" v="62"/>
          <ac:spMkLst>
            <pc:docMk/>
            <pc:sldMk cId="0" sldId="281"/>
            <ac:spMk id="216" creationId="{00000000-0000-0000-0000-000000000000}"/>
          </ac:spMkLst>
        </pc:spChg>
        <pc:spChg chg="mod ord">
          <ac:chgData name="Brett Dupont" userId="S::brd1051@usnh.edu::297d289f-da60-43e2-845a-7a1052e16368" providerId="AD" clId="Web-{16607F31-34F7-0424-7BD2-5C1380044464}" dt="2025-11-24T18:02:35.039" v="62"/>
          <ac:spMkLst>
            <pc:docMk/>
            <pc:sldMk cId="0" sldId="281"/>
            <ac:spMk id="217" creationId="{00000000-0000-0000-0000-000000000000}"/>
          </ac:spMkLst>
        </pc:spChg>
      </pc:sldChg>
      <pc:sldChg chg="addSp modSp new mod modClrScheme chgLayout">
        <pc:chgData name="Brett Dupont" userId="S::brd1051@usnh.edu::297d289f-da60-43e2-845a-7a1052e16368" providerId="AD" clId="Web-{16607F31-34F7-0424-7BD2-5C1380044464}" dt="2025-11-24T18:20:02.970" v="512"/>
        <pc:sldMkLst>
          <pc:docMk/>
          <pc:sldMk cId="646849345" sldId="282"/>
        </pc:sldMkLst>
      </pc:sldChg>
      <pc:sldChg chg="addSp delSp modSp new">
        <pc:chgData name="Brett Dupont" userId="S::brd1051@usnh.edu::297d289f-da60-43e2-845a-7a1052e16368" providerId="AD" clId="Web-{16607F31-34F7-0424-7BD2-5C1380044464}" dt="2025-11-24T18:30:14.505" v="562" actId="1076"/>
        <pc:sldMkLst>
          <pc:docMk/>
          <pc:sldMk cId="2217222430" sldId="283"/>
        </pc:sldMkLst>
        <pc:picChg chg="add mod">
          <ac:chgData name="Brett Dupont" userId="S::brd1051@usnh.edu::297d289f-da60-43e2-845a-7a1052e16368" providerId="AD" clId="Web-{16607F31-34F7-0424-7BD2-5C1380044464}" dt="2025-11-24T18:30:14.505" v="562" actId="1076"/>
          <ac:picMkLst>
            <pc:docMk/>
            <pc:sldMk cId="2217222430" sldId="283"/>
            <ac:picMk id="4" creationId="{4CEECE4E-EF02-AFF3-1F6F-C2BA3CEB2C08}"/>
          </ac:picMkLst>
        </pc:picChg>
      </pc:sldChg>
      <pc:sldChg chg="modSp new">
        <pc:chgData name="Brett Dupont" userId="S::brd1051@usnh.edu::297d289f-da60-43e2-845a-7a1052e16368" providerId="AD" clId="Web-{16607F31-34F7-0424-7BD2-5C1380044464}" dt="2025-11-24T18:24:49.894" v="550" actId="20577"/>
        <pc:sldMkLst>
          <pc:docMk/>
          <pc:sldMk cId="1124320196" sldId="284"/>
        </pc:sldMkLst>
      </pc:sldChg>
      <pc:sldChg chg="addSp modSp new">
        <pc:chgData name="Brett Dupont" userId="S::brd1051@usnh.edu::297d289f-da60-43e2-845a-7a1052e16368" providerId="AD" clId="Web-{16607F31-34F7-0424-7BD2-5C1380044464}" dt="2025-11-24T18:52:31.721" v="596" actId="1076"/>
        <pc:sldMkLst>
          <pc:docMk/>
          <pc:sldMk cId="291387056" sldId="285"/>
        </pc:sldMkLst>
        <pc:spChg chg="mod">
          <ac:chgData name="Brett Dupont" userId="S::brd1051@usnh.edu::297d289f-da60-43e2-845a-7a1052e16368" providerId="AD" clId="Web-{16607F31-34F7-0424-7BD2-5C1380044464}" dt="2025-11-24T18:30:48.849" v="584" actId="20577"/>
          <ac:spMkLst>
            <pc:docMk/>
            <pc:sldMk cId="291387056" sldId="285"/>
            <ac:spMk id="2" creationId="{5BAD9212-9781-079D-B41C-5B9195D1396C}"/>
          </ac:spMkLst>
        </pc:spChg>
        <pc:spChg chg="mod">
          <ac:chgData name="Brett Dupont" userId="S::brd1051@usnh.edu::297d289f-da60-43e2-845a-7a1052e16368" providerId="AD" clId="Web-{16607F31-34F7-0424-7BD2-5C1380044464}" dt="2025-11-24T18:35:00.040" v="587" actId="14100"/>
          <ac:spMkLst>
            <pc:docMk/>
            <pc:sldMk cId="291387056" sldId="285"/>
            <ac:spMk id="3" creationId="{DA7C5C3D-A272-A85D-BB15-5BBB56E9297A}"/>
          </ac:spMkLst>
        </pc:spChg>
        <pc:picChg chg="add mod">
          <ac:chgData name="Brett Dupont" userId="S::brd1051@usnh.edu::297d289f-da60-43e2-845a-7a1052e16368" providerId="AD" clId="Web-{16607F31-34F7-0424-7BD2-5C1380044464}" dt="2025-11-24T18:34:53.008" v="586" actId="1076"/>
          <ac:picMkLst>
            <pc:docMk/>
            <pc:sldMk cId="291387056" sldId="285"/>
            <ac:picMk id="4" creationId="{CC8059BB-E804-537F-DE23-0B1994D03271}"/>
          </ac:picMkLst>
        </pc:picChg>
        <pc:picChg chg="add mod">
          <ac:chgData name="Brett Dupont" userId="S::brd1051@usnh.edu::297d289f-da60-43e2-845a-7a1052e16368" providerId="AD" clId="Web-{16607F31-34F7-0424-7BD2-5C1380044464}" dt="2025-11-24T18:52:25.033" v="595" actId="1076"/>
          <ac:picMkLst>
            <pc:docMk/>
            <pc:sldMk cId="291387056" sldId="285"/>
            <ac:picMk id="5" creationId="{DAB3221A-D3B3-B1F1-2B30-05695CE7E95E}"/>
          </ac:picMkLst>
        </pc:picChg>
        <pc:picChg chg="add mod">
          <ac:chgData name="Brett Dupont" userId="S::brd1051@usnh.edu::297d289f-da60-43e2-845a-7a1052e16368" providerId="AD" clId="Web-{16607F31-34F7-0424-7BD2-5C1380044464}" dt="2025-11-24T18:52:31.721" v="596" actId="1076"/>
          <ac:picMkLst>
            <pc:docMk/>
            <pc:sldMk cId="291387056" sldId="285"/>
            <ac:picMk id="6" creationId="{7D0EF9F0-EFDE-C808-3D04-112B4E5A9D75}"/>
          </ac:picMkLst>
        </pc:picChg>
      </pc:sldChg>
      <pc:sldMasterChg chg="add del addSldLayout delSldLayout">
        <pc:chgData name="Brett Dupont" userId="S::brd1051@usnh.edu::297d289f-da60-43e2-845a-7a1052e16368" providerId="AD" clId="Web-{16607F31-34F7-0424-7BD2-5C1380044464}" dt="2025-11-24T18:02:35.039" v="62"/>
        <pc:sldMasterMkLst>
          <pc:docMk/>
          <pc:sldMasterMk cId="0" sldId="2147483659"/>
        </pc:sldMasterMkLst>
        <pc:sldLayoutChg chg="add del">
          <pc:chgData name="Brett Dupont" userId="S::brd1051@usnh.edu::297d289f-da60-43e2-845a-7a1052e16368" providerId="AD" clId="Web-{16607F31-34F7-0424-7BD2-5C1380044464}" dt="2025-11-24T18:02:35.039" v="62"/>
          <pc:sldLayoutMkLst>
            <pc:docMk/>
            <pc:sldMasterMk cId="0" sldId="2147483659"/>
            <pc:sldLayoutMk cId="0" sldId="2147483648"/>
          </pc:sldLayoutMkLst>
        </pc:sldLayoutChg>
        <pc:sldLayoutChg chg="add del">
          <pc:chgData name="Brett Dupont" userId="S::brd1051@usnh.edu::297d289f-da60-43e2-845a-7a1052e16368" providerId="AD" clId="Web-{16607F31-34F7-0424-7BD2-5C1380044464}" dt="2025-11-24T18:02:35.039" v="62"/>
          <pc:sldLayoutMkLst>
            <pc:docMk/>
            <pc:sldMasterMk cId="0" sldId="2147483659"/>
            <pc:sldLayoutMk cId="0" sldId="2147483649"/>
          </pc:sldLayoutMkLst>
        </pc:sldLayoutChg>
        <pc:sldLayoutChg chg="add del">
          <pc:chgData name="Brett Dupont" userId="S::brd1051@usnh.edu::297d289f-da60-43e2-845a-7a1052e16368" providerId="AD" clId="Web-{16607F31-34F7-0424-7BD2-5C1380044464}" dt="2025-11-24T18:02:35.039" v="62"/>
          <pc:sldLayoutMkLst>
            <pc:docMk/>
            <pc:sldMasterMk cId="0" sldId="2147483659"/>
            <pc:sldLayoutMk cId="0" sldId="2147483650"/>
          </pc:sldLayoutMkLst>
        </pc:sldLayoutChg>
        <pc:sldLayoutChg chg="add del">
          <pc:chgData name="Brett Dupont" userId="S::brd1051@usnh.edu::297d289f-da60-43e2-845a-7a1052e16368" providerId="AD" clId="Web-{16607F31-34F7-0424-7BD2-5C1380044464}" dt="2025-11-24T18:02:35.039" v="62"/>
          <pc:sldLayoutMkLst>
            <pc:docMk/>
            <pc:sldMasterMk cId="0" sldId="2147483659"/>
            <pc:sldLayoutMk cId="0" sldId="2147483651"/>
          </pc:sldLayoutMkLst>
        </pc:sldLayoutChg>
        <pc:sldLayoutChg chg="add del">
          <pc:chgData name="Brett Dupont" userId="S::brd1051@usnh.edu::297d289f-da60-43e2-845a-7a1052e16368" providerId="AD" clId="Web-{16607F31-34F7-0424-7BD2-5C1380044464}" dt="2025-11-24T18:02:35.039" v="62"/>
          <pc:sldLayoutMkLst>
            <pc:docMk/>
            <pc:sldMasterMk cId="0" sldId="2147483659"/>
            <pc:sldLayoutMk cId="0" sldId="2147483652"/>
          </pc:sldLayoutMkLst>
        </pc:sldLayoutChg>
        <pc:sldLayoutChg chg="add del">
          <pc:chgData name="Brett Dupont" userId="S::brd1051@usnh.edu::297d289f-da60-43e2-845a-7a1052e16368" providerId="AD" clId="Web-{16607F31-34F7-0424-7BD2-5C1380044464}" dt="2025-11-24T18:02:35.039" v="62"/>
          <pc:sldLayoutMkLst>
            <pc:docMk/>
            <pc:sldMasterMk cId="0" sldId="2147483659"/>
            <pc:sldLayoutMk cId="0" sldId="2147483653"/>
          </pc:sldLayoutMkLst>
        </pc:sldLayoutChg>
        <pc:sldLayoutChg chg="add del">
          <pc:chgData name="Brett Dupont" userId="S::brd1051@usnh.edu::297d289f-da60-43e2-845a-7a1052e16368" providerId="AD" clId="Web-{16607F31-34F7-0424-7BD2-5C1380044464}" dt="2025-11-24T18:02:35.039" v="62"/>
          <pc:sldLayoutMkLst>
            <pc:docMk/>
            <pc:sldMasterMk cId="0" sldId="2147483659"/>
            <pc:sldLayoutMk cId="0" sldId="2147483654"/>
          </pc:sldLayoutMkLst>
        </pc:sldLayoutChg>
        <pc:sldLayoutChg chg="add del">
          <pc:chgData name="Brett Dupont" userId="S::brd1051@usnh.edu::297d289f-da60-43e2-845a-7a1052e16368" providerId="AD" clId="Web-{16607F31-34F7-0424-7BD2-5C1380044464}" dt="2025-11-24T18:02:35.039" v="62"/>
          <pc:sldLayoutMkLst>
            <pc:docMk/>
            <pc:sldMasterMk cId="0" sldId="2147483659"/>
            <pc:sldLayoutMk cId="0" sldId="2147483655"/>
          </pc:sldLayoutMkLst>
        </pc:sldLayoutChg>
        <pc:sldLayoutChg chg="add del">
          <pc:chgData name="Brett Dupont" userId="S::brd1051@usnh.edu::297d289f-da60-43e2-845a-7a1052e16368" providerId="AD" clId="Web-{16607F31-34F7-0424-7BD2-5C1380044464}" dt="2025-11-24T18:02:35.039" v="62"/>
          <pc:sldLayoutMkLst>
            <pc:docMk/>
            <pc:sldMasterMk cId="0" sldId="2147483659"/>
            <pc:sldLayoutMk cId="0" sldId="2147483656"/>
          </pc:sldLayoutMkLst>
        </pc:sldLayoutChg>
        <pc:sldLayoutChg chg="add del">
          <pc:chgData name="Brett Dupont" userId="S::brd1051@usnh.edu::297d289f-da60-43e2-845a-7a1052e16368" providerId="AD" clId="Web-{16607F31-34F7-0424-7BD2-5C1380044464}" dt="2025-11-24T18:02:35.039" v="62"/>
          <pc:sldLayoutMkLst>
            <pc:docMk/>
            <pc:sldMasterMk cId="0" sldId="2147483659"/>
            <pc:sldLayoutMk cId="0" sldId="2147483657"/>
          </pc:sldLayoutMkLst>
        </pc:sldLayoutChg>
        <pc:sldLayoutChg chg="add del">
          <pc:chgData name="Brett Dupont" userId="S::brd1051@usnh.edu::297d289f-da60-43e2-845a-7a1052e16368" providerId="AD" clId="Web-{16607F31-34F7-0424-7BD2-5C1380044464}" dt="2025-11-24T18:02:35.039" v="62"/>
          <pc:sldLayoutMkLst>
            <pc:docMk/>
            <pc:sldMasterMk cId="0" sldId="2147483659"/>
            <pc:sldLayoutMk cId="0" sldId="2147483658"/>
          </pc:sldLayoutMkLst>
        </pc:sldLayoutChg>
      </pc:sldMasterChg>
    </pc:docChg>
  </pc:docChgLst>
  <pc:docChgLst>
    <pc:chgData name="Vincent Ciccotelli" userId="S::vkc1003@usnh.edu::643c58e0-9e2f-4d16-a325-54c3d9956c9d" providerId="AD" clId="Web-{CDFB97B3-7236-E04B-8A0F-DAE48A01B9EE}"/>
    <pc:docChg chg="modSld">
      <pc:chgData name="Vincent Ciccotelli" userId="S::vkc1003@usnh.edu::643c58e0-9e2f-4d16-a325-54c3d9956c9d" providerId="AD" clId="Web-{CDFB97B3-7236-E04B-8A0F-DAE48A01B9EE}" dt="2025-11-24T18:25:43.903" v="86" actId="20577"/>
      <pc:docMkLst>
        <pc:docMk/>
      </pc:docMkLst>
      <pc:sldChg chg="modSp">
        <pc:chgData name="Vincent Ciccotelli" userId="S::vkc1003@usnh.edu::643c58e0-9e2f-4d16-a325-54c3d9956c9d" providerId="AD" clId="Web-{CDFB97B3-7236-E04B-8A0F-DAE48A01B9EE}" dt="2025-11-24T18:25:43.903" v="86" actId="20577"/>
        <pc:sldMkLst>
          <pc:docMk/>
          <pc:sldMk cId="0" sldId="263"/>
        </pc:sldMkLst>
        <pc:spChg chg="mod">
          <ac:chgData name="Vincent Ciccotelli" userId="S::vkc1003@usnh.edu::643c58e0-9e2f-4d16-a325-54c3d9956c9d" providerId="AD" clId="Web-{CDFB97B3-7236-E04B-8A0F-DAE48A01B9EE}" dt="2025-11-24T18:25:43.903" v="86" actId="20577"/>
          <ac:spMkLst>
            <pc:docMk/>
            <pc:sldMk cId="0" sldId="263"/>
            <ac:spMk id="100" creationId="{00000000-0000-0000-0000-000000000000}"/>
          </ac:spMkLst>
        </pc:spChg>
      </pc:sldChg>
    </pc:docChg>
  </pc:docChgLst>
  <pc:docChgLst>
    <pc:chgData name="Stephen Fallon" userId="S::sff1011@usnh.edu::14b6e3f6-4223-4224-ae34-978cd582af91" providerId="AD" clId="Web-{45587142-1C94-2483-3237-5CE05CE5AB2E}"/>
    <pc:docChg chg="modSld">
      <pc:chgData name="Stephen Fallon" userId="S::sff1011@usnh.edu::14b6e3f6-4223-4224-ae34-978cd582af91" providerId="AD" clId="Web-{45587142-1C94-2483-3237-5CE05CE5AB2E}" dt="2025-11-24T18:37:34.033" v="273" actId="20577"/>
      <pc:docMkLst>
        <pc:docMk/>
      </pc:docMkLst>
      <pc:sldChg chg="modSp">
        <pc:chgData name="Stephen Fallon" userId="S::sff1011@usnh.edu::14b6e3f6-4223-4224-ae34-978cd582af91" providerId="AD" clId="Web-{45587142-1C94-2483-3237-5CE05CE5AB2E}" dt="2025-11-24T18:34:18.397" v="214" actId="20577"/>
        <pc:sldMkLst>
          <pc:docMk/>
          <pc:sldMk cId="0" sldId="264"/>
        </pc:sldMkLst>
        <pc:spChg chg="mod">
          <ac:chgData name="Stephen Fallon" userId="S::sff1011@usnh.edu::14b6e3f6-4223-4224-ae34-978cd582af91" providerId="AD" clId="Web-{45587142-1C94-2483-3237-5CE05CE5AB2E}" dt="2025-11-24T18:34:18.397" v="214" actId="20577"/>
          <ac:spMkLst>
            <pc:docMk/>
            <pc:sldMk cId="0" sldId="264"/>
            <ac:spMk id="107" creationId="{00000000-0000-0000-0000-000000000000}"/>
          </ac:spMkLst>
        </pc:spChg>
      </pc:sldChg>
      <pc:sldChg chg="modSp">
        <pc:chgData name="Stephen Fallon" userId="S::sff1011@usnh.edu::14b6e3f6-4223-4224-ae34-978cd582af91" providerId="AD" clId="Web-{45587142-1C94-2483-3237-5CE05CE5AB2E}" dt="2025-11-24T18:35:05.916" v="255" actId="20577"/>
        <pc:sldMkLst>
          <pc:docMk/>
          <pc:sldMk cId="0" sldId="266"/>
        </pc:sldMkLst>
        <pc:spChg chg="mod">
          <ac:chgData name="Stephen Fallon" userId="S::sff1011@usnh.edu::14b6e3f6-4223-4224-ae34-978cd582af91" providerId="AD" clId="Web-{45587142-1C94-2483-3237-5CE05CE5AB2E}" dt="2025-11-24T18:35:05.916" v="255" actId="20577"/>
          <ac:spMkLst>
            <pc:docMk/>
            <pc:sldMk cId="0" sldId="266"/>
            <ac:spMk id="121" creationId="{00000000-0000-0000-0000-000000000000}"/>
          </ac:spMkLst>
        </pc:spChg>
      </pc:sldChg>
      <pc:sldChg chg="modSp">
        <pc:chgData name="Stephen Fallon" userId="S::sff1011@usnh.edu::14b6e3f6-4223-4224-ae34-978cd582af91" providerId="AD" clId="Web-{45587142-1C94-2483-3237-5CE05CE5AB2E}" dt="2025-11-24T18:19:16.011" v="17" actId="20577"/>
        <pc:sldMkLst>
          <pc:docMk/>
          <pc:sldMk cId="0" sldId="279"/>
        </pc:sldMkLst>
        <pc:spChg chg="mod">
          <ac:chgData name="Stephen Fallon" userId="S::sff1011@usnh.edu::14b6e3f6-4223-4224-ae34-978cd582af91" providerId="AD" clId="Web-{45587142-1C94-2483-3237-5CE05CE5AB2E}" dt="2025-11-24T18:19:16.011" v="17" actId="20577"/>
          <ac:spMkLst>
            <pc:docMk/>
            <pc:sldMk cId="0" sldId="279"/>
            <ac:spMk id="204" creationId="{00000000-0000-0000-0000-000000000000}"/>
          </ac:spMkLst>
        </pc:spChg>
      </pc:sldChg>
      <pc:sldChg chg="modSp">
        <pc:chgData name="Stephen Fallon" userId="S::sff1011@usnh.edu::14b6e3f6-4223-4224-ae34-978cd582af91" providerId="AD" clId="Web-{45587142-1C94-2483-3237-5CE05CE5AB2E}" dt="2025-11-24T18:37:34.033" v="273" actId="20577"/>
        <pc:sldMkLst>
          <pc:docMk/>
          <pc:sldMk cId="0" sldId="280"/>
        </pc:sldMkLst>
        <pc:spChg chg="mod">
          <ac:chgData name="Stephen Fallon" userId="S::sff1011@usnh.edu::14b6e3f6-4223-4224-ae34-978cd582af91" providerId="AD" clId="Web-{45587142-1C94-2483-3237-5CE05CE5AB2E}" dt="2025-11-24T18:37:34.033" v="273" actId="20577"/>
          <ac:spMkLst>
            <pc:docMk/>
            <pc:sldMk cId="0" sldId="280"/>
            <ac:spMk id="210" creationId="{00000000-0000-0000-0000-000000000000}"/>
          </ac:spMkLst>
        </pc:spChg>
        <pc:picChg chg="mod modCrop">
          <ac:chgData name="Stephen Fallon" userId="S::sff1011@usnh.edu::14b6e3f6-4223-4224-ae34-978cd582af91" providerId="AD" clId="Web-{45587142-1C94-2483-3237-5CE05CE5AB2E}" dt="2025-11-24T18:26:48.790" v="133" actId="1076"/>
          <ac:picMkLst>
            <pc:docMk/>
            <pc:sldMk cId="0" sldId="280"/>
            <ac:picMk id="211"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31a90c23e36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1a90c23e36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31aae7ff768_1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31aae7ff768_1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31aae7ff768_1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31aae7ff768_1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g31aae7ff768_1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 name="Google Shape;79;g31aae7ff768_1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g31aae7ff768_1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 name="Google Shape;85;g31aae7ff768_1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31aa1a9579f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31aa1a9579f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31aae7ff768_1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31aae7ff768_1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31aae7ff768_1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 name="Google Shape;104;g31aae7ff768_1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31aa1a9579f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31aa1a9579f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31aa1a9579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31aa1a9579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31aae7ff768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 name="Google Shape;125;g31aae7ff768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Now leading into the design of the system, I’ll show you an architecture diagram and some sequence diagrams describing user interactions with the system</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31aae7ff768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31aae7ff768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Here is our Architecture Diagram for the system. As you can see, we have 5 main portions split up into different python scripts and classes, each serving their own purpose. main.py is the director - it initializes UI components and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31aae7ff768_2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g31aae7ff768_2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31aae7ff768_2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31aae7ff768_2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31aae7ff768_2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8" name="Google Shape;178;g31aae7ff768_2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31aae7ff768_2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4" name="Google Shape;184;g31aae7ff768_2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31a90c23e36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5" name="Google Shape;195;g31a90c23e36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31aae7ff768_1_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1" name="Google Shape;201;g31aae7ff768_1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g31aae7ff768_1_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7" name="Google Shape;207;g31aae7ff768_1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31abdc37d9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4" name="Google Shape;214;g31abdc37d9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3.xml"/><Relationship Id="rId5" Type="http://schemas.openxmlformats.org/officeDocument/2006/relationships/image" Target="../media/image9.pn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3.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
              <a:t>UI for Free Fall Penetrometers</a:t>
            </a:r>
            <a:endParaRPr/>
          </a:p>
        </p:txBody>
      </p:sp>
      <p:sp>
        <p:nvSpPr>
          <p:cNvPr id="55" name="Google Shape;55;p13"/>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fontScale="85000" lnSpcReduction="20000"/>
          </a:bodyPr>
          <a:lstStyle/>
          <a:p>
            <a:pPr marL="0" indent="0"/>
            <a:r>
              <a:rPr lang="en">
                <a:solidFill>
                  <a:schemeClr val="tx1"/>
                </a:solidFill>
              </a:rPr>
              <a:t>Members: Brett Dupont, Rayya Burns, Vincent Ciccotelli, Anthony Snider, Troy Ciardelli-</a:t>
            </a:r>
            <a:r>
              <a:rPr lang="en" err="1">
                <a:solidFill>
                  <a:schemeClr val="tx1"/>
                </a:solidFill>
              </a:rPr>
              <a:t>Zaryckyj</a:t>
            </a:r>
            <a:r>
              <a:rPr lang="en">
                <a:solidFill>
                  <a:schemeClr val="tx1"/>
                </a:solidFill>
              </a:rPr>
              <a:t>, Stephen Fallon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
              <a:t>Overview</a:t>
            </a:r>
            <a:endParaRPr/>
          </a:p>
        </p:txBody>
      </p:sp>
      <p:sp>
        <p:nvSpPr>
          <p:cNvPr id="61" name="Google Shape;61;p14"/>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Why?</a:t>
            </a:r>
            <a:endParaRPr/>
          </a:p>
        </p:txBody>
      </p:sp>
      <p:sp>
        <p:nvSpPr>
          <p:cNvPr id="67" name="Google Shape;67;p15"/>
          <p:cNvSpPr txBox="1">
            <a:spLocks noGrp="1"/>
          </p:cNvSpPr>
          <p:nvPr>
            <p:ph type="body" idx="1"/>
          </p:nvPr>
        </p:nvSpPr>
        <p:spPr>
          <a:xfrm>
            <a:off x="311700" y="1152475"/>
            <a:ext cx="4260300" cy="3416400"/>
          </a:xfrm>
          <a:prstGeom prst="rect">
            <a:avLst/>
          </a:prstGeom>
        </p:spPr>
        <p:txBody>
          <a:bodyPr spcFirstLastPara="1" wrap="square" lIns="91425" tIns="91425" rIns="91425" bIns="91425" anchor="t" anchorCtr="0">
            <a:normAutofit fontScale="92500" lnSpcReduction="20000"/>
          </a:bodyPr>
          <a:lstStyle/>
          <a:p>
            <a:pPr marL="457200" lvl="0" indent="-334010" algn="l" rtl="0">
              <a:spcBef>
                <a:spcPts val="0"/>
              </a:spcBef>
              <a:spcAft>
                <a:spcPts val="0"/>
              </a:spcAft>
              <a:buSzPct val="100000"/>
              <a:buChar char="●"/>
            </a:pPr>
            <a:r>
              <a:rPr lang="en-US">
                <a:solidFill>
                  <a:schemeClr val="tx1"/>
                </a:solidFill>
              </a:rPr>
              <a:t>Soil characterization of the ocean floor is an expensive and difficult task</a:t>
            </a:r>
          </a:p>
          <a:p>
            <a:pPr marL="457200" lvl="0" indent="-334010" algn="l" rtl="0">
              <a:spcBef>
                <a:spcPts val="0"/>
              </a:spcBef>
              <a:spcAft>
                <a:spcPts val="0"/>
              </a:spcAft>
              <a:buSzPct val="100000"/>
              <a:buChar char="●"/>
            </a:pPr>
            <a:r>
              <a:rPr lang="en-US">
                <a:solidFill>
                  <a:schemeClr val="tx1"/>
                </a:solidFill>
              </a:rPr>
              <a:t>Free Fall Penetrometers are small devices used to aid in this classification</a:t>
            </a:r>
          </a:p>
          <a:p>
            <a:pPr marL="457200" lvl="0" indent="-334010" algn="l" rtl="0">
              <a:spcBef>
                <a:spcPts val="0"/>
              </a:spcBef>
              <a:spcAft>
                <a:spcPts val="0"/>
              </a:spcAft>
              <a:buSzPct val="100000"/>
              <a:buChar char="●"/>
            </a:pPr>
            <a:r>
              <a:rPr lang="en-US">
                <a:solidFill>
                  <a:schemeClr val="tx1"/>
                </a:solidFill>
              </a:rPr>
              <a:t>Dropped from boats, they can estimate various parameters about the soil</a:t>
            </a:r>
          </a:p>
          <a:p>
            <a:pPr marL="457200" lvl="0" indent="-334010" algn="l" rtl="0">
              <a:spcBef>
                <a:spcPts val="0"/>
              </a:spcBef>
              <a:spcAft>
                <a:spcPts val="0"/>
              </a:spcAft>
              <a:buSzPct val="100000"/>
              <a:buChar char="●"/>
            </a:pPr>
            <a:r>
              <a:rPr lang="en-US">
                <a:solidFill>
                  <a:schemeClr val="tx1"/>
                </a:solidFill>
              </a:rPr>
              <a:t>The data they generate is raw and needs to be processed and analyzed</a:t>
            </a:r>
          </a:p>
          <a:p>
            <a:pPr marL="457200" lvl="0" indent="-334010" algn="l" rtl="0">
              <a:spcBef>
                <a:spcPts val="0"/>
              </a:spcBef>
              <a:spcAft>
                <a:spcPts val="0"/>
              </a:spcAft>
              <a:buSzPct val="100000"/>
              <a:buChar char="●"/>
            </a:pPr>
            <a:r>
              <a:rPr lang="en-US">
                <a:solidFill>
                  <a:schemeClr val="tx1"/>
                </a:solidFill>
              </a:rPr>
              <a:t>Existing systems to process this data are disparate and not user friendly</a:t>
            </a:r>
          </a:p>
        </p:txBody>
      </p:sp>
      <p:pic>
        <p:nvPicPr>
          <p:cNvPr id="68" name="Google Shape;68;p15"/>
          <p:cNvPicPr preferRelativeResize="0"/>
          <p:nvPr/>
        </p:nvPicPr>
        <p:blipFill>
          <a:blip r:embed="rId3">
            <a:alphaModFix/>
          </a:blip>
          <a:stretch>
            <a:fillRect/>
          </a:stretch>
        </p:blipFill>
        <p:spPr>
          <a:xfrm>
            <a:off x="4572000" y="661263"/>
            <a:ext cx="4175238" cy="382097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Vision</a:t>
            </a:r>
            <a:endParaRPr/>
          </a:p>
        </p:txBody>
      </p:sp>
      <p:sp>
        <p:nvSpPr>
          <p:cNvPr id="74" name="Google Shape;74;p16"/>
          <p:cNvSpPr txBox="1">
            <a:spLocks noGrp="1"/>
          </p:cNvSpPr>
          <p:nvPr>
            <p:ph type="body" idx="1"/>
          </p:nvPr>
        </p:nvSpPr>
        <p:spPr>
          <a:xfrm>
            <a:off x="311700" y="1152475"/>
            <a:ext cx="8520600" cy="1654800"/>
          </a:xfrm>
          <a:prstGeom prst="rect">
            <a:avLst/>
          </a:prstGeom>
        </p:spPr>
        <p:txBody>
          <a:bodyPr spcFirstLastPara="1" wrap="square" lIns="91425" tIns="91425" rIns="91425" bIns="91425" anchor="t" anchorCtr="0">
            <a:normAutofit/>
          </a:bodyPr>
          <a:lstStyle/>
          <a:p>
            <a:r>
              <a:rPr lang="en">
                <a:solidFill>
                  <a:schemeClr val="tx1"/>
                </a:solidFill>
              </a:rPr>
              <a:t>Continue adding to the Free Fall Penetrometer user interface, implementing relative density calculations, pore pressure properties, and overall improvements to increase UX</a:t>
            </a:r>
          </a:p>
        </p:txBody>
      </p:sp>
      <p:sp>
        <p:nvSpPr>
          <p:cNvPr id="75" name="Google Shape;75;p16"/>
          <p:cNvSpPr txBox="1">
            <a:spLocks noGrp="1"/>
          </p:cNvSpPr>
          <p:nvPr>
            <p:ph type="title"/>
          </p:nvPr>
        </p:nvSpPr>
        <p:spPr>
          <a:xfrm>
            <a:off x="311700" y="25717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MOV</a:t>
            </a:r>
            <a:endParaRPr/>
          </a:p>
        </p:txBody>
      </p:sp>
      <p:sp>
        <p:nvSpPr>
          <p:cNvPr id="76" name="Google Shape;76;p16"/>
          <p:cNvSpPr txBox="1">
            <a:spLocks noGrp="1"/>
          </p:cNvSpPr>
          <p:nvPr>
            <p:ph type="body" idx="1"/>
          </p:nvPr>
        </p:nvSpPr>
        <p:spPr>
          <a:xfrm>
            <a:off x="450375" y="3087950"/>
            <a:ext cx="8520600" cy="1654800"/>
          </a:xfrm>
          <a:prstGeom prst="rect">
            <a:avLst/>
          </a:prstGeom>
        </p:spPr>
        <p:txBody>
          <a:bodyPr spcFirstLastPara="1" wrap="square" lIns="91425" tIns="91425" rIns="91425" bIns="91425" anchor="t" anchorCtr="0">
            <a:normAutofit/>
          </a:bodyPr>
          <a:lstStyle/>
          <a:p>
            <a:r>
              <a:rPr lang="en">
                <a:solidFill>
                  <a:schemeClr val="tx1"/>
                </a:solidFill>
              </a:rPr>
              <a:t>Within one academic year, the desktop application is refactored and built upon to incorporate the calculation of two relative density calculations, expansion of soil classification, friction angle calculation, and pore pressure properties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81" name="Google Shape;81;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Success Criteria</a:t>
            </a:r>
            <a:endParaRPr/>
          </a:p>
        </p:txBody>
      </p:sp>
      <p:sp>
        <p:nvSpPr>
          <p:cNvPr id="82" name="Google Shape;82;p17"/>
          <p:cNvSpPr txBox="1">
            <a:spLocks noGrp="1"/>
          </p:cNvSpPr>
          <p:nvPr>
            <p:ph type="body" idx="1"/>
          </p:nvPr>
        </p:nvSpPr>
        <p:spPr>
          <a:xfrm>
            <a:off x="311700" y="1152475"/>
            <a:ext cx="3711094" cy="3416400"/>
          </a:xfrm>
          <a:prstGeom prst="rect">
            <a:avLst/>
          </a:prstGeom>
        </p:spPr>
        <p:txBody>
          <a:bodyPr spcFirstLastPara="1" wrap="square" lIns="91425" tIns="91425" rIns="91425" bIns="91425" anchor="t" anchorCtr="0">
            <a:normAutofit lnSpcReduction="10000"/>
          </a:bodyPr>
          <a:lstStyle/>
          <a:p>
            <a:pPr>
              <a:lnSpc>
                <a:spcPct val="150000"/>
              </a:lnSpc>
            </a:pPr>
            <a:r>
              <a:rPr lang="en">
                <a:solidFill>
                  <a:schemeClr val="tx1"/>
                </a:solidFill>
              </a:rPr>
              <a:t>Take input and accurately output the relative density calculations</a:t>
            </a:r>
            <a:endParaRPr lang="en-US"/>
          </a:p>
          <a:p>
            <a:pPr>
              <a:lnSpc>
                <a:spcPct val="150000"/>
              </a:lnSpc>
            </a:pPr>
            <a:r>
              <a:rPr lang="en">
                <a:solidFill>
                  <a:schemeClr val="tx1"/>
                </a:solidFill>
              </a:rPr>
              <a:t>Improve UI to ease navigation and use</a:t>
            </a:r>
          </a:p>
          <a:p>
            <a:pPr>
              <a:lnSpc>
                <a:spcPct val="150000"/>
              </a:lnSpc>
            </a:pPr>
            <a:r>
              <a:rPr lang="en">
                <a:solidFill>
                  <a:schemeClr val="tx1"/>
                </a:solidFill>
              </a:rPr>
              <a:t>Utilize relative density calculations for soil classifications</a:t>
            </a:r>
          </a:p>
        </p:txBody>
      </p:sp>
      <p:pic>
        <p:nvPicPr>
          <p:cNvPr id="3" name="Google Shape;68;p15" descr="A person on a boat&#10;&#10;AI-generated content may be incorrect.">
            <a:extLst>
              <a:ext uri="{FF2B5EF4-FFF2-40B4-BE49-F238E27FC236}">
                <a16:creationId xmlns:a16="http://schemas.microsoft.com/office/drawing/2014/main" id="{30F2292A-5D80-A664-DBE4-784091B6EC46}"/>
              </a:ext>
            </a:extLst>
          </p:cNvPr>
          <p:cNvPicPr preferRelativeResize="0"/>
          <p:nvPr/>
        </p:nvPicPr>
        <p:blipFill>
          <a:blip r:embed="rId3">
            <a:alphaModFix/>
          </a:blip>
          <a:stretch>
            <a:fillRect/>
          </a:stretch>
        </p:blipFill>
        <p:spPr>
          <a:xfrm>
            <a:off x="4572000" y="661263"/>
            <a:ext cx="4175238" cy="382097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Stakeholders</a:t>
            </a:r>
            <a:endParaRPr/>
          </a:p>
        </p:txBody>
      </p:sp>
      <p:sp>
        <p:nvSpPr>
          <p:cNvPr id="88" name="Google Shape;88;p1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lnSpcReduction="10000"/>
          </a:bodyPr>
          <a:lstStyle/>
          <a:p>
            <a:pPr marL="457200" lvl="0" indent="-342900" algn="l" rtl="0">
              <a:spcBef>
                <a:spcPts val="0"/>
              </a:spcBef>
              <a:spcAft>
                <a:spcPts val="0"/>
              </a:spcAft>
              <a:buSzPts val="1800"/>
              <a:buChar char="●"/>
            </a:pPr>
            <a:r>
              <a:rPr lang="en-US">
                <a:solidFill>
                  <a:schemeClr val="tx1"/>
                </a:solidFill>
              </a:rPr>
              <a:t>Project Owner</a:t>
            </a:r>
          </a:p>
          <a:p>
            <a:pPr marL="914400" lvl="1" indent="-317500" algn="l" rtl="0">
              <a:spcBef>
                <a:spcPts val="0"/>
              </a:spcBef>
              <a:spcAft>
                <a:spcPts val="0"/>
              </a:spcAft>
              <a:buSzPts val="1400"/>
              <a:buChar char="○"/>
            </a:pPr>
            <a:r>
              <a:rPr lang="en-US">
                <a:solidFill>
                  <a:schemeClr val="tx1"/>
                </a:solidFill>
              </a:rPr>
              <a:t>Julie Paprocki</a:t>
            </a:r>
          </a:p>
          <a:p>
            <a:r>
              <a:rPr lang="en-US">
                <a:solidFill>
                  <a:schemeClr val="tx1"/>
                </a:solidFill>
              </a:rPr>
              <a:t>Project Advisor</a:t>
            </a:r>
          </a:p>
          <a:p>
            <a:pPr lvl="1"/>
            <a:r>
              <a:rPr lang="en-US">
                <a:solidFill>
                  <a:schemeClr val="tx1"/>
                </a:solidFill>
              </a:rPr>
              <a:t>Lisa Henry</a:t>
            </a:r>
          </a:p>
          <a:p>
            <a:pPr marL="457200" lvl="0" indent="-342900" algn="l" rtl="0">
              <a:spcBef>
                <a:spcPts val="0"/>
              </a:spcBef>
              <a:spcAft>
                <a:spcPts val="0"/>
              </a:spcAft>
              <a:buSzPts val="1800"/>
              <a:buChar char="●"/>
            </a:pPr>
            <a:r>
              <a:rPr lang="en-US">
                <a:solidFill>
                  <a:schemeClr val="tx1"/>
                </a:solidFill>
              </a:rPr>
              <a:t>Development Team</a:t>
            </a:r>
          </a:p>
          <a:p>
            <a:pPr lvl="1"/>
            <a:r>
              <a:rPr lang="en-US">
                <a:solidFill>
                  <a:schemeClr val="tx1"/>
                </a:solidFill>
              </a:rPr>
              <a:t>Brett Dupont</a:t>
            </a:r>
          </a:p>
          <a:p>
            <a:pPr lvl="1">
              <a:lnSpc>
                <a:spcPct val="114999"/>
              </a:lnSpc>
            </a:pPr>
            <a:r>
              <a:rPr lang="en-US">
                <a:solidFill>
                  <a:schemeClr val="tx1"/>
                </a:solidFill>
              </a:rPr>
              <a:t>Rayya Burns</a:t>
            </a:r>
          </a:p>
          <a:p>
            <a:pPr lvl="1">
              <a:lnSpc>
                <a:spcPct val="114999"/>
              </a:lnSpc>
            </a:pPr>
            <a:r>
              <a:rPr lang="en-US">
                <a:solidFill>
                  <a:schemeClr val="tx1"/>
                </a:solidFill>
              </a:rPr>
              <a:t>Vincent Ciccotelli</a:t>
            </a:r>
          </a:p>
          <a:p>
            <a:pPr lvl="1">
              <a:lnSpc>
                <a:spcPct val="114999"/>
              </a:lnSpc>
            </a:pPr>
            <a:r>
              <a:rPr lang="en-US">
                <a:solidFill>
                  <a:schemeClr val="tx1"/>
                </a:solidFill>
              </a:rPr>
              <a:t>Anthony Snider</a:t>
            </a:r>
          </a:p>
          <a:p>
            <a:pPr lvl="1">
              <a:lnSpc>
                <a:spcPct val="114999"/>
              </a:lnSpc>
            </a:pPr>
            <a:r>
              <a:rPr lang="en-US">
                <a:solidFill>
                  <a:schemeClr val="tx1"/>
                </a:solidFill>
              </a:rPr>
              <a:t>Troy Ciardelli-</a:t>
            </a:r>
            <a:r>
              <a:rPr lang="en-US" err="1">
                <a:solidFill>
                  <a:schemeClr val="tx1"/>
                </a:solidFill>
              </a:rPr>
              <a:t>Zaryckyj</a:t>
            </a:r>
            <a:endParaRPr lang="en-US">
              <a:solidFill>
                <a:schemeClr val="tx1"/>
              </a:solidFill>
            </a:endParaRPr>
          </a:p>
          <a:p>
            <a:pPr lvl="1">
              <a:lnSpc>
                <a:spcPct val="114999"/>
              </a:lnSpc>
            </a:pPr>
            <a:r>
              <a:rPr lang="en-US">
                <a:solidFill>
                  <a:schemeClr val="tx1"/>
                </a:solidFill>
              </a:rPr>
              <a:t>Stephen Fallon</a:t>
            </a:r>
          </a:p>
          <a:p>
            <a:pPr marL="457200" lvl="0" indent="-342900" algn="l" rtl="0">
              <a:spcBef>
                <a:spcPts val="0"/>
              </a:spcBef>
              <a:spcAft>
                <a:spcPts val="0"/>
              </a:spcAft>
              <a:buSzPts val="1800"/>
              <a:buChar char="●"/>
            </a:pPr>
            <a:r>
              <a:rPr lang="en-US">
                <a:solidFill>
                  <a:schemeClr val="tx1"/>
                </a:solidFill>
              </a:rPr>
              <a:t>Users</a:t>
            </a:r>
          </a:p>
          <a:p>
            <a:pPr marL="914400" lvl="1" indent="-317500" algn="l" rtl="0">
              <a:spcBef>
                <a:spcPts val="0"/>
              </a:spcBef>
              <a:spcAft>
                <a:spcPts val="0"/>
              </a:spcAft>
              <a:buSzPts val="1400"/>
              <a:buChar char="○"/>
            </a:pPr>
            <a:r>
              <a:rPr lang="en-US">
                <a:solidFill>
                  <a:schemeClr val="tx1"/>
                </a:solidFill>
              </a:rPr>
              <a:t>Emma Dennis</a:t>
            </a:r>
          </a:p>
        </p:txBody>
      </p:sp>
      <p:pic>
        <p:nvPicPr>
          <p:cNvPr id="89" name="Google Shape;89;p18" descr="Shareholders | A word cloud featuring &quot;Shareholders&quot;. This i… | Flickr"/>
          <p:cNvPicPr preferRelativeResize="0"/>
          <p:nvPr/>
        </p:nvPicPr>
        <p:blipFill>
          <a:blip r:embed="rId3">
            <a:alphaModFix/>
          </a:blip>
          <a:stretch>
            <a:fillRect/>
          </a:stretch>
        </p:blipFill>
        <p:spPr>
          <a:xfrm>
            <a:off x="3200875" y="1152471"/>
            <a:ext cx="5936144" cy="310350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19"/>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Requirements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Requirements</a:t>
            </a:r>
            <a:endParaRPr/>
          </a:p>
        </p:txBody>
      </p:sp>
      <p:sp>
        <p:nvSpPr>
          <p:cNvPr id="100" name="Google Shape;100;p20"/>
          <p:cNvSpPr txBox="1">
            <a:spLocks noGrp="1"/>
          </p:cNvSpPr>
          <p:nvPr>
            <p:ph type="body" idx="1"/>
          </p:nvPr>
        </p:nvSpPr>
        <p:spPr>
          <a:xfrm>
            <a:off x="311700" y="1152475"/>
            <a:ext cx="3804900" cy="3416400"/>
          </a:xfrm>
          <a:prstGeom prst="rect">
            <a:avLst/>
          </a:prstGeom>
        </p:spPr>
        <p:txBody>
          <a:bodyPr spcFirstLastPara="1" wrap="square" lIns="91425" tIns="91425" rIns="91425" bIns="91425" anchor="t" anchorCtr="0">
            <a:normAutofit fontScale="92500" lnSpcReduction="20000"/>
          </a:bodyPr>
          <a:lstStyle/>
          <a:p>
            <a:pPr marL="0" lvl="0" indent="0" algn="l" rtl="0">
              <a:spcBef>
                <a:spcPts val="0"/>
              </a:spcBef>
              <a:spcAft>
                <a:spcPts val="0"/>
              </a:spcAft>
              <a:buNone/>
            </a:pPr>
            <a:r>
              <a:rPr lang="en">
                <a:solidFill>
                  <a:schemeClr val="tx1"/>
                </a:solidFill>
              </a:rPr>
              <a:t>Functional</a:t>
            </a:r>
            <a:endParaRPr lang="en-US">
              <a:solidFill>
                <a:schemeClr val="tx1"/>
              </a:solidFill>
            </a:endParaRPr>
          </a:p>
          <a:p>
            <a:pPr indent="-311150">
              <a:lnSpc>
                <a:spcPct val="150000"/>
              </a:lnSpc>
              <a:spcBef>
                <a:spcPts val="1200"/>
              </a:spcBef>
              <a:buSzPts val="1300"/>
              <a:buChar char="-"/>
            </a:pPr>
            <a:r>
              <a:rPr lang="en" sz="1300">
                <a:solidFill>
                  <a:schemeClr val="tx1"/>
                </a:solidFill>
              </a:rPr>
              <a:t>Allow the user to choose the directory where the generated PNG figure will be saved</a:t>
            </a:r>
            <a:endParaRPr sz="1300">
              <a:solidFill>
                <a:schemeClr val="tx1"/>
              </a:solidFill>
            </a:endParaRPr>
          </a:p>
          <a:p>
            <a:pPr indent="-311150">
              <a:lnSpc>
                <a:spcPct val="150000"/>
              </a:lnSpc>
              <a:buSzPts val="1300"/>
              <a:buChar char="-"/>
            </a:pPr>
            <a:r>
              <a:rPr lang="en" sz="1300">
                <a:solidFill>
                  <a:schemeClr val="tx1"/>
                </a:solidFill>
              </a:rPr>
              <a:t>Automatically create a new, well-labeled folder for all CSV files generated for each new figure</a:t>
            </a:r>
            <a:endParaRPr lang="en">
              <a:solidFill>
                <a:schemeClr val="tx1"/>
              </a:solidFill>
            </a:endParaRPr>
          </a:p>
          <a:p>
            <a:pPr marL="457200" lvl="0" indent="-311150" algn="l" rtl="0">
              <a:lnSpc>
                <a:spcPct val="150000"/>
              </a:lnSpc>
              <a:spcBef>
                <a:spcPts val="0"/>
              </a:spcBef>
              <a:spcAft>
                <a:spcPts val="0"/>
              </a:spcAft>
              <a:buSzPts val="1300"/>
              <a:buChar char="-"/>
            </a:pPr>
            <a:r>
              <a:rPr lang="en" sz="1300">
                <a:solidFill>
                  <a:schemeClr val="tx1"/>
                </a:solidFill>
              </a:rPr>
              <a:t>Drop points can be selected from visualized data</a:t>
            </a:r>
            <a:endParaRPr sz="1300">
              <a:solidFill>
                <a:schemeClr val="tx1"/>
              </a:solidFill>
            </a:endParaRPr>
          </a:p>
          <a:p>
            <a:pPr marL="457200" lvl="0" indent="-311150" algn="l" rtl="0">
              <a:lnSpc>
                <a:spcPct val="150000"/>
              </a:lnSpc>
              <a:spcBef>
                <a:spcPts val="0"/>
              </a:spcBef>
              <a:spcAft>
                <a:spcPts val="0"/>
              </a:spcAft>
              <a:buSzPts val="1300"/>
              <a:buChar char="-"/>
            </a:pPr>
            <a:r>
              <a:rPr lang="en" sz="1300">
                <a:solidFill>
                  <a:schemeClr val="tx1"/>
                </a:solidFill>
              </a:rPr>
              <a:t>Graphs generated for important data analytics (drop points, spike, etc.)</a:t>
            </a:r>
            <a:endParaRPr sz="1300">
              <a:solidFill>
                <a:schemeClr val="tx1"/>
              </a:solidFill>
            </a:endParaRPr>
          </a:p>
          <a:p>
            <a:pPr marL="457200" lvl="0" indent="-311150" algn="l" rtl="0">
              <a:lnSpc>
                <a:spcPct val="150000"/>
              </a:lnSpc>
              <a:spcBef>
                <a:spcPts val="0"/>
              </a:spcBef>
              <a:spcAft>
                <a:spcPts val="0"/>
              </a:spcAft>
              <a:buSzPts val="1300"/>
              <a:buChar char="-"/>
            </a:pPr>
            <a:r>
              <a:rPr lang="en" sz="1300">
                <a:solidFill>
                  <a:schemeClr val="tx1"/>
                </a:solidFill>
              </a:rPr>
              <a:t>Graphs created have clearly defined labels</a:t>
            </a:r>
            <a:endParaRPr sz="1300">
              <a:solidFill>
                <a:schemeClr val="tx1"/>
              </a:solidFill>
            </a:endParaRPr>
          </a:p>
          <a:p>
            <a:pPr indent="-311150">
              <a:lnSpc>
                <a:spcPct val="150000"/>
              </a:lnSpc>
              <a:buSzPts val="1300"/>
              <a:buChar char="-"/>
            </a:pPr>
            <a:r>
              <a:rPr lang="en" sz="1300">
                <a:solidFill>
                  <a:schemeClr val="tx1"/>
                </a:solidFill>
              </a:rPr>
              <a:t>Relative density calculations are correct and displayed</a:t>
            </a:r>
          </a:p>
          <a:p>
            <a:pPr marL="0" indent="0">
              <a:spcBef>
                <a:spcPts val="1200"/>
              </a:spcBef>
              <a:spcAft>
                <a:spcPts val="1200"/>
              </a:spcAft>
              <a:buNone/>
            </a:pPr>
            <a:endParaRPr lang="en-US">
              <a:solidFill>
                <a:schemeClr val="tx1"/>
              </a:solidFill>
            </a:endParaRPr>
          </a:p>
        </p:txBody>
      </p:sp>
      <p:sp>
        <p:nvSpPr>
          <p:cNvPr id="101" name="Google Shape;101;p20"/>
          <p:cNvSpPr txBox="1">
            <a:spLocks noGrp="1"/>
          </p:cNvSpPr>
          <p:nvPr>
            <p:ph type="body" idx="1"/>
          </p:nvPr>
        </p:nvSpPr>
        <p:spPr>
          <a:xfrm>
            <a:off x="4116600" y="1152475"/>
            <a:ext cx="37941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solidFill>
                  <a:schemeClr val="tx1"/>
                </a:solidFill>
              </a:rPr>
              <a:t>Non-Functional</a:t>
            </a:r>
            <a:endParaRPr lang="en-US" sz="1300">
              <a:solidFill>
                <a:schemeClr val="tx1"/>
              </a:solidFill>
            </a:endParaRPr>
          </a:p>
          <a:p>
            <a:pPr marL="457200" lvl="0" indent="-311150" algn="l" rtl="0">
              <a:lnSpc>
                <a:spcPct val="150000"/>
              </a:lnSpc>
              <a:spcBef>
                <a:spcPts val="1200"/>
              </a:spcBef>
              <a:spcAft>
                <a:spcPts val="0"/>
              </a:spcAft>
              <a:buSzPts val="1300"/>
              <a:buChar char="-"/>
            </a:pPr>
            <a:r>
              <a:rPr lang="en" sz="1300">
                <a:solidFill>
                  <a:schemeClr val="tx1"/>
                </a:solidFill>
              </a:rPr>
              <a:t>Intuitive user experience</a:t>
            </a:r>
            <a:endParaRPr sz="1300">
              <a:solidFill>
                <a:schemeClr val="tx1"/>
              </a:solidFill>
            </a:endParaRPr>
          </a:p>
          <a:p>
            <a:pPr marL="457200" lvl="0" indent="-311150" algn="l" rtl="0">
              <a:lnSpc>
                <a:spcPct val="150000"/>
              </a:lnSpc>
              <a:spcBef>
                <a:spcPts val="0"/>
              </a:spcBef>
              <a:spcAft>
                <a:spcPts val="0"/>
              </a:spcAft>
              <a:buSzPts val="1300"/>
              <a:buChar char="-"/>
            </a:pPr>
            <a:r>
              <a:rPr lang="en" sz="1300">
                <a:solidFill>
                  <a:schemeClr val="tx1"/>
                </a:solidFill>
              </a:rPr>
              <a:t>Only valid inputs are processed</a:t>
            </a:r>
            <a:endParaRPr sz="1300">
              <a:solidFill>
                <a:schemeClr val="tx1"/>
              </a:solidFill>
            </a:endParaRPr>
          </a:p>
          <a:p>
            <a:pPr marL="457200" lvl="0" indent="-311150" algn="l" rtl="0">
              <a:lnSpc>
                <a:spcPct val="150000"/>
              </a:lnSpc>
              <a:spcBef>
                <a:spcPts val="0"/>
              </a:spcBef>
              <a:spcAft>
                <a:spcPts val="0"/>
              </a:spcAft>
              <a:buSzPts val="1300"/>
              <a:buChar char="-"/>
            </a:pPr>
            <a:r>
              <a:rPr lang="en" sz="1300">
                <a:solidFill>
                  <a:schemeClr val="tx1"/>
                </a:solidFill>
              </a:rPr>
              <a:t>Time from user input to data output should be under three seconds</a:t>
            </a:r>
            <a:endParaRPr sz="1300">
              <a:solidFill>
                <a:schemeClr val="tx1"/>
              </a:solidFill>
            </a:endParaRPr>
          </a:p>
          <a:p>
            <a:pPr marL="457200" lvl="0" indent="-311150" algn="l" rtl="0">
              <a:lnSpc>
                <a:spcPct val="150000"/>
              </a:lnSpc>
              <a:spcBef>
                <a:spcPts val="0"/>
              </a:spcBef>
              <a:spcAft>
                <a:spcPts val="0"/>
              </a:spcAft>
              <a:buSzPts val="1300"/>
              <a:buChar char="-"/>
            </a:pPr>
            <a:r>
              <a:rPr lang="en" sz="1300">
                <a:solidFill>
                  <a:schemeClr val="tx1"/>
                </a:solidFill>
              </a:rPr>
              <a:t>Need scalable process speeds and data visualization for growing input data sizes</a:t>
            </a:r>
            <a:endParaRPr sz="1300">
              <a:solidFill>
                <a:schemeClr val="tx1"/>
              </a:solidFill>
            </a:endParaRPr>
          </a:p>
          <a:p>
            <a:pPr marL="457200" lvl="0" indent="-311150" algn="l" rtl="0">
              <a:lnSpc>
                <a:spcPct val="150000"/>
              </a:lnSpc>
              <a:spcBef>
                <a:spcPts val="0"/>
              </a:spcBef>
              <a:spcAft>
                <a:spcPts val="0"/>
              </a:spcAft>
              <a:buSzPts val="1300"/>
              <a:buChar char="-"/>
            </a:pPr>
            <a:r>
              <a:rPr lang="en" sz="1300">
                <a:solidFill>
                  <a:schemeClr val="tx1"/>
                </a:solidFill>
              </a:rPr>
              <a:t>Visual output should show desired data clearly</a:t>
            </a:r>
            <a:endParaRPr>
              <a:solidFill>
                <a:schemeClr val="tx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2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User Stories</a:t>
            </a:r>
            <a:endParaRPr/>
          </a:p>
        </p:txBody>
      </p:sp>
      <p:sp>
        <p:nvSpPr>
          <p:cNvPr id="107" name="Google Shape;107;p21"/>
          <p:cNvSpPr txBox="1">
            <a:spLocks noGrp="1"/>
          </p:cNvSpPr>
          <p:nvPr>
            <p:ph type="body" idx="1"/>
          </p:nvPr>
        </p:nvSpPr>
        <p:spPr>
          <a:xfrm>
            <a:off x="311700" y="1152475"/>
            <a:ext cx="5486400" cy="3416400"/>
          </a:xfrm>
          <a:prstGeom prst="rect">
            <a:avLst/>
          </a:prstGeom>
        </p:spPr>
        <p:txBody>
          <a:bodyPr spcFirstLastPara="1" wrap="square" lIns="91425" tIns="91425" rIns="91425" bIns="91425" anchor="t" anchorCtr="0">
            <a:normAutofit lnSpcReduction="10000"/>
          </a:bodyPr>
          <a:lstStyle/>
          <a:p>
            <a:pPr marL="0" indent="0">
              <a:buClr>
                <a:schemeClr val="dk1"/>
              </a:buClr>
              <a:buSzPts val="1100"/>
              <a:buNone/>
            </a:pPr>
            <a:r>
              <a:rPr lang="en" sz="1600">
                <a:solidFill>
                  <a:schemeClr val="dk1"/>
                </a:solidFill>
              </a:rPr>
              <a:t>OE Researcher/Grad Student</a:t>
            </a:r>
            <a:endParaRPr sz="1600">
              <a:solidFill>
                <a:schemeClr val="dk1"/>
              </a:solidFill>
            </a:endParaRPr>
          </a:p>
          <a:p>
            <a:pPr marL="457200" lvl="0" indent="-311150" algn="l" rtl="0">
              <a:spcBef>
                <a:spcPts val="0"/>
              </a:spcBef>
              <a:spcAft>
                <a:spcPts val="0"/>
              </a:spcAft>
              <a:buClr>
                <a:schemeClr val="dk1"/>
              </a:buClr>
              <a:buSzPts val="1300"/>
              <a:buChar char="-"/>
            </a:pPr>
            <a:r>
              <a:rPr lang="en" sz="1300">
                <a:solidFill>
                  <a:schemeClr val="dk1"/>
                </a:solidFill>
              </a:rPr>
              <a:t>Wants a simple and quick to use system</a:t>
            </a:r>
            <a:endParaRPr sz="1300">
              <a:solidFill>
                <a:schemeClr val="dk1"/>
              </a:solidFill>
            </a:endParaRPr>
          </a:p>
          <a:p>
            <a:pPr indent="-311150">
              <a:buClr>
                <a:schemeClr val="dk1"/>
              </a:buClr>
              <a:buSzPts val="1300"/>
              <a:buChar char="-"/>
            </a:pPr>
            <a:r>
              <a:rPr lang="en" sz="1300">
                <a:solidFill>
                  <a:schemeClr val="dk1"/>
                </a:solidFill>
              </a:rPr>
              <a:t>Preferably avoid manual work (e.g. spreadsheets)</a:t>
            </a:r>
            <a:br>
              <a:rPr lang="en" sz="1300"/>
            </a:br>
            <a:endParaRPr lang="en" sz="1300">
              <a:solidFill>
                <a:schemeClr val="dk1"/>
              </a:solidFill>
            </a:endParaRPr>
          </a:p>
          <a:p>
            <a:pPr marL="0" indent="0">
              <a:lnSpc>
                <a:spcPct val="114999"/>
              </a:lnSpc>
              <a:buNone/>
            </a:pPr>
            <a:r>
              <a:rPr lang="en-US" sz="1300">
                <a:solidFill>
                  <a:schemeClr val="dk1"/>
                </a:solidFill>
              </a:rPr>
              <a:t>As an OE Researcher, I want a simple unified code base so that I can focus on analytics rather than data pipelines</a:t>
            </a:r>
            <a:br>
              <a:rPr lang="en-US" sz="1300"/>
            </a:br>
            <a:endParaRPr lang="en-US" sz="1300">
              <a:solidFill>
                <a:schemeClr val="dk1"/>
              </a:solidFill>
            </a:endParaRPr>
          </a:p>
          <a:p>
            <a:pPr marL="0" indent="0">
              <a:lnSpc>
                <a:spcPct val="150000"/>
              </a:lnSpc>
              <a:buNone/>
            </a:pPr>
            <a:r>
              <a:rPr lang="en-US" sz="1300">
                <a:solidFill>
                  <a:schemeClr val="dk1"/>
                </a:solidFill>
              </a:rPr>
              <a:t>As an OE Researcher, I want to have a bug-free experience when navigating the application</a:t>
            </a:r>
          </a:p>
          <a:p>
            <a:pPr marL="0" lvl="0" indent="0" algn="l">
              <a:lnSpc>
                <a:spcPct val="150000"/>
              </a:lnSpc>
              <a:spcBef>
                <a:spcPts val="0"/>
              </a:spcBef>
              <a:buNone/>
            </a:pPr>
            <a:endParaRPr lang="en-US" sz="1300">
              <a:solidFill>
                <a:schemeClr val="dk1"/>
              </a:solidFill>
            </a:endParaRPr>
          </a:p>
          <a:p>
            <a:pPr marL="0" indent="0">
              <a:lnSpc>
                <a:spcPct val="150000"/>
              </a:lnSpc>
              <a:buNone/>
            </a:pPr>
            <a:r>
              <a:rPr lang="en-US" sz="1300">
                <a:solidFill>
                  <a:schemeClr val="dk1"/>
                </a:solidFill>
              </a:rPr>
              <a:t>As an OE Researcher, I want the generated data from each figure to be saved to well labeled and easy to find folders or personally choose where the data is saved</a:t>
            </a:r>
          </a:p>
          <a:p>
            <a:pPr marL="0" indent="0">
              <a:spcAft>
                <a:spcPts val="1200"/>
              </a:spcAft>
              <a:buClr>
                <a:srgbClr val="595959"/>
              </a:buClr>
              <a:buNone/>
            </a:pPr>
            <a:endParaRPr lang="en-US">
              <a:solidFill>
                <a:srgbClr val="595959"/>
              </a:solidFill>
            </a:endParaRPr>
          </a:p>
        </p:txBody>
      </p:sp>
      <p:pic>
        <p:nvPicPr>
          <p:cNvPr id="108" name="Google Shape;108;p21"/>
          <p:cNvPicPr preferRelativeResize="0"/>
          <p:nvPr/>
        </p:nvPicPr>
        <p:blipFill>
          <a:blip r:embed="rId3">
            <a:alphaModFix/>
          </a:blip>
          <a:stretch>
            <a:fillRect/>
          </a:stretch>
        </p:blipFill>
        <p:spPr>
          <a:xfrm>
            <a:off x="5974800" y="1766888"/>
            <a:ext cx="2857500" cy="16097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2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User Stories</a:t>
            </a:r>
            <a:endParaRPr/>
          </a:p>
        </p:txBody>
      </p:sp>
      <p:sp>
        <p:nvSpPr>
          <p:cNvPr id="114" name="Google Shape;114;p22"/>
          <p:cNvSpPr txBox="1">
            <a:spLocks noGrp="1"/>
          </p:cNvSpPr>
          <p:nvPr>
            <p:ph type="body" idx="1"/>
          </p:nvPr>
        </p:nvSpPr>
        <p:spPr>
          <a:xfrm>
            <a:off x="311700" y="1152475"/>
            <a:ext cx="54864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600">
                <a:solidFill>
                  <a:schemeClr val="dk1"/>
                </a:solidFill>
              </a:rPr>
              <a:t>Researcher (cont.)</a:t>
            </a:r>
            <a:endParaRPr sz="1600">
              <a:solidFill>
                <a:schemeClr val="dk1"/>
              </a:solidFill>
            </a:endParaRPr>
          </a:p>
          <a:p>
            <a:pPr marL="0" lvl="0" indent="0" algn="l" rtl="0">
              <a:spcBef>
                <a:spcPts val="0"/>
              </a:spcBef>
              <a:spcAft>
                <a:spcPts val="0"/>
              </a:spcAft>
              <a:buNone/>
            </a:pPr>
            <a:endParaRPr sz="1100">
              <a:solidFill>
                <a:schemeClr val="dk1"/>
              </a:solidFill>
            </a:endParaRPr>
          </a:p>
          <a:p>
            <a:pPr marL="0" indent="0">
              <a:lnSpc>
                <a:spcPct val="150000"/>
              </a:lnSpc>
              <a:buNone/>
            </a:pPr>
            <a:r>
              <a:rPr lang="en-US" sz="1300">
                <a:solidFill>
                  <a:schemeClr val="dk1"/>
                </a:solidFill>
              </a:rPr>
              <a:t>As an OE Researcher, I want to calculate relative density using the </a:t>
            </a:r>
            <a:r>
              <a:rPr lang="en-US" sz="1300" err="1">
                <a:solidFill>
                  <a:schemeClr val="dk1"/>
                </a:solidFill>
              </a:rPr>
              <a:t>Albatal</a:t>
            </a:r>
            <a:r>
              <a:rPr lang="en-US" sz="1300">
                <a:solidFill>
                  <a:schemeClr val="dk1"/>
                </a:solidFill>
              </a:rPr>
              <a:t> formula to use in other operations of the application</a:t>
            </a:r>
          </a:p>
          <a:p>
            <a:pPr marL="0" indent="0">
              <a:lnSpc>
                <a:spcPct val="150000"/>
              </a:lnSpc>
              <a:buNone/>
            </a:pPr>
            <a:endParaRPr lang="en-US" sz="1300">
              <a:solidFill>
                <a:schemeClr val="dk1"/>
              </a:solidFill>
            </a:endParaRPr>
          </a:p>
          <a:p>
            <a:pPr marL="0" indent="0">
              <a:lnSpc>
                <a:spcPct val="150000"/>
              </a:lnSpc>
              <a:buNone/>
            </a:pPr>
            <a:r>
              <a:rPr lang="en-US" sz="1300">
                <a:solidFill>
                  <a:schemeClr val="dk1"/>
                </a:solidFill>
              </a:rPr>
              <a:t>As an OE Researcher, I want to calculate relative density using the White et al. formula to use in other operations of the application. </a:t>
            </a:r>
          </a:p>
          <a:p>
            <a:pPr marL="0" indent="0">
              <a:lnSpc>
                <a:spcPct val="150000"/>
              </a:lnSpc>
              <a:buNone/>
            </a:pPr>
            <a:endParaRPr lang="en-US" sz="1300">
              <a:solidFill>
                <a:schemeClr val="dk1"/>
              </a:solidFill>
            </a:endParaRPr>
          </a:p>
          <a:p>
            <a:pPr marL="0" indent="0">
              <a:lnSpc>
                <a:spcPct val="150000"/>
              </a:lnSpc>
              <a:buNone/>
            </a:pPr>
            <a:r>
              <a:rPr lang="en-US" sz="1300">
                <a:solidFill>
                  <a:schemeClr val="dk1"/>
                </a:solidFill>
              </a:rPr>
              <a:t>As an OE Researcher, I want to input relative density parameters which would be used for plots </a:t>
            </a:r>
            <a:endParaRPr lang="en-US">
              <a:solidFill>
                <a:schemeClr val="dk1"/>
              </a:solidFill>
            </a:endParaRPr>
          </a:p>
          <a:p>
            <a:pPr marL="0" indent="0">
              <a:lnSpc>
                <a:spcPct val="150000"/>
              </a:lnSpc>
              <a:buNone/>
            </a:pPr>
            <a:endParaRPr lang="en-US" sz="1300">
              <a:solidFill>
                <a:schemeClr val="dk1"/>
              </a:solidFill>
            </a:endParaRPr>
          </a:p>
        </p:txBody>
      </p:sp>
      <p:pic>
        <p:nvPicPr>
          <p:cNvPr id="115" name="Google Shape;115;p22"/>
          <p:cNvPicPr preferRelativeResize="0"/>
          <p:nvPr/>
        </p:nvPicPr>
        <p:blipFill>
          <a:blip r:embed="rId3">
            <a:alphaModFix/>
          </a:blip>
          <a:stretch>
            <a:fillRect/>
          </a:stretch>
        </p:blipFill>
        <p:spPr>
          <a:xfrm>
            <a:off x="5974800" y="1766888"/>
            <a:ext cx="2857500" cy="16097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2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User Stories</a:t>
            </a:r>
            <a:endParaRPr/>
          </a:p>
        </p:txBody>
      </p:sp>
      <p:sp>
        <p:nvSpPr>
          <p:cNvPr id="121" name="Google Shape;121;p23"/>
          <p:cNvSpPr txBox="1">
            <a:spLocks noGrp="1"/>
          </p:cNvSpPr>
          <p:nvPr>
            <p:ph type="body" idx="1"/>
          </p:nvPr>
        </p:nvSpPr>
        <p:spPr>
          <a:xfrm>
            <a:off x="311700" y="1152475"/>
            <a:ext cx="5486400" cy="3416400"/>
          </a:xfrm>
          <a:prstGeom prst="rect">
            <a:avLst/>
          </a:prstGeom>
        </p:spPr>
        <p:txBody>
          <a:bodyPr spcFirstLastPara="1" wrap="square" lIns="91425" tIns="91425" rIns="91425" bIns="91425" anchor="t" anchorCtr="0">
            <a:normAutofit fontScale="92500"/>
          </a:bodyPr>
          <a:lstStyle/>
          <a:p>
            <a:pPr marL="0" lvl="0" indent="0" algn="l" rtl="0">
              <a:spcBef>
                <a:spcPts val="0"/>
              </a:spcBef>
              <a:spcAft>
                <a:spcPts val="0"/>
              </a:spcAft>
              <a:buNone/>
            </a:pPr>
            <a:r>
              <a:rPr lang="en" sz="1600">
                <a:solidFill>
                  <a:schemeClr val="dk1"/>
                </a:solidFill>
              </a:rPr>
              <a:t>Administrator</a:t>
            </a:r>
            <a:endParaRPr sz="1600">
              <a:solidFill>
                <a:schemeClr val="dk1"/>
              </a:solidFill>
            </a:endParaRPr>
          </a:p>
          <a:p>
            <a:pPr marL="457200" lvl="0" indent="-311150" algn="l" rtl="0">
              <a:spcBef>
                <a:spcPts val="0"/>
              </a:spcBef>
              <a:spcAft>
                <a:spcPts val="0"/>
              </a:spcAft>
              <a:buClr>
                <a:schemeClr val="dk1"/>
              </a:buClr>
              <a:buSzPts val="1300"/>
              <a:buChar char="-"/>
            </a:pPr>
            <a:r>
              <a:rPr lang="en" sz="1300">
                <a:solidFill>
                  <a:schemeClr val="dk1"/>
                </a:solidFill>
              </a:rPr>
              <a:t>Technical experience, but not that of a developer</a:t>
            </a:r>
            <a:endParaRPr sz="1300">
              <a:solidFill>
                <a:schemeClr val="dk1"/>
              </a:solidFill>
            </a:endParaRPr>
          </a:p>
          <a:p>
            <a:pPr marL="457200" lvl="0" indent="-311150" algn="l" rtl="0">
              <a:spcBef>
                <a:spcPts val="0"/>
              </a:spcBef>
              <a:spcAft>
                <a:spcPts val="0"/>
              </a:spcAft>
              <a:buClr>
                <a:schemeClr val="dk1"/>
              </a:buClr>
              <a:buSzPts val="1300"/>
              <a:buChar char="-"/>
            </a:pPr>
            <a:r>
              <a:rPr lang="en" sz="1300">
                <a:solidFill>
                  <a:schemeClr val="dk1"/>
                </a:solidFill>
              </a:rPr>
              <a:t>Wants an expandable system</a:t>
            </a:r>
            <a:endParaRPr sz="1300">
              <a:solidFill>
                <a:schemeClr val="dk1"/>
              </a:solidFill>
            </a:endParaRPr>
          </a:p>
          <a:p>
            <a:pPr marL="457200" lvl="0" indent="0" algn="l" rtl="0">
              <a:spcBef>
                <a:spcPts val="0"/>
              </a:spcBef>
              <a:spcAft>
                <a:spcPts val="0"/>
              </a:spcAft>
              <a:buNone/>
            </a:pPr>
            <a:endParaRPr sz="1300">
              <a:solidFill>
                <a:schemeClr val="dk1"/>
              </a:solidFill>
            </a:endParaRPr>
          </a:p>
          <a:p>
            <a:pPr marL="0" indent="0">
              <a:lnSpc>
                <a:spcPct val="150000"/>
              </a:lnSpc>
              <a:buNone/>
            </a:pPr>
            <a:r>
              <a:rPr lang="en-US" sz="1300">
                <a:solidFill>
                  <a:schemeClr val="tx1"/>
                </a:solidFill>
              </a:rPr>
              <a:t>As an Administrator, I want the software to be well documented and adaptable so that future developers can easily understand and improve it</a:t>
            </a:r>
          </a:p>
          <a:p>
            <a:pPr marL="0" lvl="0" indent="0" algn="l" rtl="0">
              <a:lnSpc>
                <a:spcPct val="150000"/>
              </a:lnSpc>
              <a:spcBef>
                <a:spcPts val="0"/>
              </a:spcBef>
              <a:spcAft>
                <a:spcPts val="0"/>
              </a:spcAft>
              <a:buClr>
                <a:schemeClr val="dk1"/>
              </a:buClr>
              <a:buSzPts val="1100"/>
              <a:buFont typeface="Arial"/>
              <a:buNone/>
            </a:pPr>
            <a:endParaRPr sz="1300">
              <a:solidFill>
                <a:schemeClr val="dk1"/>
              </a:solidFill>
            </a:endParaRPr>
          </a:p>
          <a:p>
            <a:pPr marL="0" indent="0">
              <a:lnSpc>
                <a:spcPct val="150000"/>
              </a:lnSpc>
              <a:buClr>
                <a:schemeClr val="dk1"/>
              </a:buClr>
              <a:buSzPts val="1100"/>
              <a:buNone/>
            </a:pPr>
            <a:r>
              <a:rPr lang="en" sz="1300">
                <a:solidFill>
                  <a:schemeClr val="dk1"/>
                </a:solidFill>
              </a:rPr>
              <a:t>As an Administrator, </a:t>
            </a:r>
            <a:r>
              <a:rPr lang="en-US" sz="1300">
                <a:solidFill>
                  <a:schemeClr val="dk1"/>
                </a:solidFill>
              </a:rPr>
              <a:t>I want to be able to add more data processing modules so that this tool can be updated in the future</a:t>
            </a:r>
          </a:p>
          <a:p>
            <a:pPr marL="0" lvl="0" indent="0" algn="l">
              <a:lnSpc>
                <a:spcPct val="150000"/>
              </a:lnSpc>
              <a:spcBef>
                <a:spcPts val="0"/>
              </a:spcBef>
              <a:spcAft>
                <a:spcPts val="0"/>
              </a:spcAft>
              <a:buSzPts val="1100"/>
              <a:buNone/>
            </a:pPr>
            <a:endParaRPr lang="en-US" sz="1300">
              <a:solidFill>
                <a:schemeClr val="dk1"/>
              </a:solidFill>
            </a:endParaRPr>
          </a:p>
          <a:p>
            <a:pPr marL="0" indent="0">
              <a:lnSpc>
                <a:spcPct val="150000"/>
              </a:lnSpc>
              <a:buNone/>
            </a:pPr>
            <a:r>
              <a:rPr lang="en-US" sz="1300">
                <a:solidFill>
                  <a:schemeClr val="dk1"/>
                </a:solidFill>
              </a:rPr>
              <a:t>As an Administrator, I want the relative density formulas to be scalable and easily updateable so that new formulas can be added</a:t>
            </a:r>
            <a:endParaRPr lang="en-US">
              <a:solidFill>
                <a:schemeClr val="dk1"/>
              </a:solidFill>
            </a:endParaRPr>
          </a:p>
          <a:p>
            <a:pPr marL="0" indent="0">
              <a:buNone/>
            </a:pPr>
            <a:endParaRPr lang="en-US" sz="1100">
              <a:solidFill>
                <a:schemeClr val="dk1"/>
              </a:solidFill>
            </a:endParaRPr>
          </a:p>
        </p:txBody>
      </p:sp>
      <p:pic>
        <p:nvPicPr>
          <p:cNvPr id="122" name="Google Shape;122;p23"/>
          <p:cNvPicPr preferRelativeResize="0"/>
          <p:nvPr/>
        </p:nvPicPr>
        <p:blipFill>
          <a:blip r:embed="rId3">
            <a:alphaModFix/>
          </a:blip>
          <a:stretch>
            <a:fillRect/>
          </a:stretch>
        </p:blipFill>
        <p:spPr>
          <a:xfrm>
            <a:off x="6035200" y="950188"/>
            <a:ext cx="2746081" cy="38209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24"/>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
              <a:t>Design</a:t>
            </a:r>
            <a:endParaRPr/>
          </a:p>
        </p:txBody>
      </p:sp>
      <p:sp>
        <p:nvSpPr>
          <p:cNvPr id="128" name="Google Shape;128;p24"/>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2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Architecture Diagram</a:t>
            </a:r>
            <a:endParaRPr/>
          </a:p>
        </p:txBody>
      </p:sp>
      <p:pic>
        <p:nvPicPr>
          <p:cNvPr id="134" name="Google Shape;134;p25"/>
          <p:cNvPicPr preferRelativeResize="0"/>
          <p:nvPr/>
        </p:nvPicPr>
        <p:blipFill>
          <a:blip r:embed="rId3">
            <a:alphaModFix/>
          </a:blip>
          <a:stretch>
            <a:fillRect/>
          </a:stretch>
        </p:blipFill>
        <p:spPr>
          <a:xfrm>
            <a:off x="4869966" y="1166225"/>
            <a:ext cx="3962324" cy="3501400"/>
          </a:xfrm>
          <a:prstGeom prst="rect">
            <a:avLst/>
          </a:prstGeom>
          <a:noFill/>
          <a:ln>
            <a:noFill/>
          </a:ln>
        </p:spPr>
      </p:pic>
      <p:sp>
        <p:nvSpPr>
          <p:cNvPr id="135" name="Google Shape;135;p25"/>
          <p:cNvSpPr txBox="1"/>
          <p:nvPr/>
        </p:nvSpPr>
        <p:spPr>
          <a:xfrm>
            <a:off x="391875" y="1166375"/>
            <a:ext cx="4180200" cy="3501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300" b="1">
                <a:solidFill>
                  <a:schemeClr val="tx1"/>
                </a:solidFill>
              </a:rPr>
              <a:t>Main</a:t>
            </a:r>
            <a:r>
              <a:rPr lang="en-US" sz="1300">
                <a:solidFill>
                  <a:schemeClr val="tx1"/>
                </a:solidFill>
              </a:rPr>
              <a:t>: </a:t>
            </a:r>
          </a:p>
          <a:p>
            <a:pPr marL="457200" lvl="0" indent="-311150" algn="l" rtl="0">
              <a:spcBef>
                <a:spcPts val="0"/>
              </a:spcBef>
              <a:spcAft>
                <a:spcPts val="0"/>
              </a:spcAft>
              <a:buClr>
                <a:schemeClr val="dk2"/>
              </a:buClr>
              <a:buSzPts val="1300"/>
              <a:buChar char="-"/>
            </a:pPr>
            <a:r>
              <a:rPr lang="en-US" sz="1300">
                <a:solidFill>
                  <a:schemeClr val="tx1"/>
                </a:solidFill>
              </a:rPr>
              <a:t>Initializes </a:t>
            </a:r>
            <a:r>
              <a:rPr lang="en-US" sz="1300" err="1">
                <a:solidFill>
                  <a:schemeClr val="tx1"/>
                </a:solidFill>
              </a:rPr>
              <a:t>FileSelectUI</a:t>
            </a:r>
            <a:r>
              <a:rPr lang="en-US" sz="1300">
                <a:solidFill>
                  <a:schemeClr val="tx1"/>
                </a:solidFill>
              </a:rPr>
              <a:t>, Figure Manager</a:t>
            </a:r>
          </a:p>
          <a:p>
            <a:pPr marL="457200" lvl="0" indent="-311150" algn="l" rtl="0">
              <a:spcBef>
                <a:spcPts val="0"/>
              </a:spcBef>
              <a:spcAft>
                <a:spcPts val="0"/>
              </a:spcAft>
              <a:buClr>
                <a:schemeClr val="dk2"/>
              </a:buClr>
              <a:buSzPts val="1300"/>
              <a:buChar char="-"/>
            </a:pPr>
            <a:r>
              <a:rPr lang="en-US" sz="1300">
                <a:solidFill>
                  <a:schemeClr val="tx1"/>
                </a:solidFill>
              </a:rPr>
              <a:t>Directs the flow of the program</a:t>
            </a:r>
          </a:p>
          <a:p>
            <a:pPr marL="457200" lvl="0" indent="-311150" algn="l" rtl="0">
              <a:spcBef>
                <a:spcPts val="0"/>
              </a:spcBef>
              <a:spcAft>
                <a:spcPts val="0"/>
              </a:spcAft>
              <a:buClr>
                <a:schemeClr val="dk2"/>
              </a:buClr>
              <a:buSzPts val="1300"/>
              <a:buChar char="-"/>
            </a:pPr>
            <a:r>
              <a:rPr lang="en-US" sz="1300">
                <a:solidFill>
                  <a:schemeClr val="tx1"/>
                </a:solidFill>
              </a:rPr>
              <a:t>Handles user inputs</a:t>
            </a:r>
          </a:p>
          <a:p>
            <a:pPr marL="0" lvl="0" indent="0" algn="l" rtl="0">
              <a:spcBef>
                <a:spcPts val="0"/>
              </a:spcBef>
              <a:spcAft>
                <a:spcPts val="0"/>
              </a:spcAft>
              <a:buNone/>
            </a:pPr>
            <a:r>
              <a:rPr lang="en-US" sz="1300" b="1" err="1">
                <a:solidFill>
                  <a:schemeClr val="tx1"/>
                </a:solidFill>
              </a:rPr>
              <a:t>FileSelectUI</a:t>
            </a:r>
            <a:r>
              <a:rPr lang="en-US" sz="1300">
                <a:solidFill>
                  <a:schemeClr val="tx1"/>
                </a:solidFill>
              </a:rPr>
              <a:t>:</a:t>
            </a:r>
          </a:p>
          <a:p>
            <a:pPr marL="457200" lvl="0" indent="-311150" algn="l" rtl="0">
              <a:spcBef>
                <a:spcPts val="0"/>
              </a:spcBef>
              <a:spcAft>
                <a:spcPts val="0"/>
              </a:spcAft>
              <a:buClr>
                <a:schemeClr val="dk2"/>
              </a:buClr>
              <a:buSzPts val="1300"/>
              <a:buChar char="-"/>
            </a:pPr>
            <a:r>
              <a:rPr lang="en-US" sz="1300">
                <a:solidFill>
                  <a:schemeClr val="tx1"/>
                </a:solidFill>
              </a:rPr>
              <a:t>Allows user to upload a .bin data file from desktop and select the </a:t>
            </a:r>
            <a:r>
              <a:rPr lang="en-US" sz="1300" err="1">
                <a:solidFill>
                  <a:schemeClr val="tx1"/>
                </a:solidFill>
              </a:rPr>
              <a:t>BlueDrop</a:t>
            </a:r>
            <a:r>
              <a:rPr lang="en-US" sz="1300">
                <a:solidFill>
                  <a:schemeClr val="tx1"/>
                </a:solidFill>
              </a:rPr>
              <a:t> ID associated with the data</a:t>
            </a:r>
          </a:p>
          <a:p>
            <a:pPr marL="0" lvl="0" indent="0" algn="l" rtl="0">
              <a:spcBef>
                <a:spcPts val="0"/>
              </a:spcBef>
              <a:spcAft>
                <a:spcPts val="0"/>
              </a:spcAft>
              <a:buNone/>
            </a:pPr>
            <a:r>
              <a:rPr lang="en-US" sz="1300" b="1" err="1">
                <a:solidFill>
                  <a:schemeClr val="tx1"/>
                </a:solidFill>
              </a:rPr>
              <a:t>FigureManager</a:t>
            </a:r>
            <a:r>
              <a:rPr lang="en-US" sz="1300">
                <a:solidFill>
                  <a:schemeClr val="tx1"/>
                </a:solidFill>
              </a:rPr>
              <a:t>:</a:t>
            </a:r>
          </a:p>
          <a:p>
            <a:pPr marL="457200" lvl="0" indent="-311150" algn="l" rtl="0">
              <a:spcBef>
                <a:spcPts val="0"/>
              </a:spcBef>
              <a:spcAft>
                <a:spcPts val="0"/>
              </a:spcAft>
              <a:buClr>
                <a:schemeClr val="dk2"/>
              </a:buClr>
              <a:buSzPts val="1300"/>
              <a:buChar char="-"/>
            </a:pPr>
            <a:r>
              <a:rPr lang="en-US" sz="1300">
                <a:solidFill>
                  <a:schemeClr val="tx1"/>
                </a:solidFill>
              </a:rPr>
              <a:t>Singleton-like figure to display data when needed</a:t>
            </a:r>
          </a:p>
          <a:p>
            <a:pPr marL="0" lvl="0" indent="0" algn="l" rtl="0">
              <a:spcBef>
                <a:spcPts val="0"/>
              </a:spcBef>
              <a:spcAft>
                <a:spcPts val="0"/>
              </a:spcAft>
              <a:buNone/>
            </a:pPr>
            <a:r>
              <a:rPr lang="en-US" sz="1300" b="1" err="1">
                <a:solidFill>
                  <a:schemeClr val="tx1"/>
                </a:solidFill>
              </a:rPr>
              <a:t>BD_Data</a:t>
            </a:r>
            <a:r>
              <a:rPr lang="en-US" sz="1300">
                <a:solidFill>
                  <a:schemeClr val="tx1"/>
                </a:solidFill>
              </a:rPr>
              <a:t>:</a:t>
            </a:r>
          </a:p>
          <a:p>
            <a:pPr marL="457200" lvl="0" indent="-311150" algn="l" rtl="0">
              <a:spcBef>
                <a:spcPts val="0"/>
              </a:spcBef>
              <a:spcAft>
                <a:spcPts val="0"/>
              </a:spcAft>
              <a:buClr>
                <a:schemeClr val="dk2"/>
              </a:buClr>
              <a:buSzPts val="1300"/>
              <a:buChar char="-"/>
            </a:pPr>
            <a:r>
              <a:rPr lang="en-US" sz="1300">
                <a:solidFill>
                  <a:schemeClr val="tx1"/>
                </a:solidFill>
              </a:rPr>
              <a:t>Represents a .bin data file associated with a </a:t>
            </a:r>
            <a:r>
              <a:rPr lang="en-US" sz="1300" err="1">
                <a:solidFill>
                  <a:schemeClr val="tx1"/>
                </a:solidFill>
              </a:rPr>
              <a:t>BlueDrop</a:t>
            </a:r>
            <a:r>
              <a:rPr lang="en-US" sz="1300">
                <a:solidFill>
                  <a:schemeClr val="tx1"/>
                </a:solidFill>
              </a:rPr>
              <a:t> ID to store accelerometer and pressure data</a:t>
            </a:r>
          </a:p>
          <a:p>
            <a:pPr marL="0" lvl="0" indent="0" algn="l" rtl="0">
              <a:spcBef>
                <a:spcPts val="0"/>
              </a:spcBef>
              <a:spcAft>
                <a:spcPts val="0"/>
              </a:spcAft>
              <a:buNone/>
            </a:pPr>
            <a:r>
              <a:rPr lang="en-US" sz="1300" b="1">
                <a:solidFill>
                  <a:schemeClr val="tx1"/>
                </a:solidFill>
              </a:rPr>
              <a:t>Peak</a:t>
            </a:r>
            <a:r>
              <a:rPr lang="en-US" sz="1300">
                <a:solidFill>
                  <a:schemeClr val="tx1"/>
                </a:solidFill>
              </a:rPr>
              <a:t>:</a:t>
            </a:r>
          </a:p>
          <a:p>
            <a:pPr marL="457200" lvl="0" indent="-311150" algn="l" rtl="0">
              <a:spcBef>
                <a:spcPts val="0"/>
              </a:spcBef>
              <a:spcAft>
                <a:spcPts val="0"/>
              </a:spcAft>
              <a:buClr>
                <a:schemeClr val="dk2"/>
              </a:buClr>
              <a:buSzPts val="1300"/>
              <a:buChar char="-"/>
            </a:pPr>
            <a:r>
              <a:rPr lang="en-US" sz="1300">
                <a:solidFill>
                  <a:schemeClr val="tx1"/>
                </a:solidFill>
              </a:rPr>
              <a:t>Cropped version of </a:t>
            </a:r>
            <a:r>
              <a:rPr lang="en-US" sz="1300" err="1">
                <a:solidFill>
                  <a:schemeClr val="tx1"/>
                </a:solidFill>
              </a:rPr>
              <a:t>BD_Data</a:t>
            </a:r>
            <a:r>
              <a:rPr lang="en-US" sz="1300">
                <a:solidFill>
                  <a:schemeClr val="tx1"/>
                </a:solidFill>
              </a:rPr>
              <a:t> to perform specific calculations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D9212-9781-079D-B41C-5B9195D1396C}"/>
              </a:ext>
            </a:extLst>
          </p:cNvPr>
          <p:cNvSpPr>
            <a:spLocks noGrp="1"/>
          </p:cNvSpPr>
          <p:nvPr>
            <p:ph type="title"/>
          </p:nvPr>
        </p:nvSpPr>
        <p:spPr>
          <a:xfrm>
            <a:off x="612489" y="309670"/>
            <a:ext cx="8520600" cy="572700"/>
          </a:xfrm>
        </p:spPr>
        <p:txBody>
          <a:bodyPr>
            <a:normAutofit fontScale="90000"/>
          </a:bodyPr>
          <a:lstStyle/>
          <a:p>
            <a:r>
              <a:rPr lang="en-US"/>
              <a:t>Architecture Improvements</a:t>
            </a:r>
          </a:p>
        </p:txBody>
      </p:sp>
      <p:sp>
        <p:nvSpPr>
          <p:cNvPr id="3" name="Text Placeholder 2">
            <a:extLst>
              <a:ext uri="{FF2B5EF4-FFF2-40B4-BE49-F238E27FC236}">
                <a16:creationId xmlns:a16="http://schemas.microsoft.com/office/drawing/2014/main" id="{DA7C5C3D-A272-A85D-BB15-5BBB56E9297A}"/>
              </a:ext>
            </a:extLst>
          </p:cNvPr>
          <p:cNvSpPr>
            <a:spLocks noGrp="1"/>
          </p:cNvSpPr>
          <p:nvPr>
            <p:ph type="body" idx="1"/>
          </p:nvPr>
        </p:nvSpPr>
        <p:spPr>
          <a:xfrm>
            <a:off x="-4129" y="1054718"/>
            <a:ext cx="2008508" cy="2834906"/>
          </a:xfrm>
        </p:spPr>
        <p:txBody>
          <a:bodyPr spcFirstLastPara="1" wrap="square" lIns="91425" tIns="91425" rIns="91425" bIns="91425" anchor="t" anchorCtr="0">
            <a:noAutofit/>
          </a:bodyPr>
          <a:lstStyle/>
          <a:p>
            <a:r>
              <a:rPr lang="en-US" sz="1200">
                <a:solidFill>
                  <a:schemeClr val="tx1"/>
                </a:solidFill>
              </a:rPr>
              <a:t>Not all correction factors are supposed to produce two QSBC lines</a:t>
            </a:r>
          </a:p>
          <a:p>
            <a:pPr>
              <a:lnSpc>
                <a:spcPct val="114999"/>
              </a:lnSpc>
            </a:pPr>
            <a:r>
              <a:rPr lang="en-US" sz="1200">
                <a:solidFill>
                  <a:schemeClr val="tx1"/>
                </a:solidFill>
              </a:rPr>
              <a:t>Original code passed in each array of values for a line</a:t>
            </a:r>
          </a:p>
          <a:p>
            <a:pPr>
              <a:lnSpc>
                <a:spcPct val="114999"/>
              </a:lnSpc>
            </a:pPr>
            <a:r>
              <a:rPr lang="en-US" sz="1200">
                <a:solidFill>
                  <a:schemeClr val="tx1"/>
                </a:solidFill>
              </a:rPr>
              <a:t>New code uses a </a:t>
            </a:r>
            <a:r>
              <a:rPr lang="en-US" sz="1200" err="1">
                <a:solidFill>
                  <a:schemeClr val="tx1"/>
                </a:solidFill>
              </a:rPr>
              <a:t>QSBCLine</a:t>
            </a:r>
            <a:r>
              <a:rPr lang="en-US" sz="1200">
                <a:solidFill>
                  <a:schemeClr val="tx1"/>
                </a:solidFill>
              </a:rPr>
              <a:t> class and passes in a list of these objects to the display function</a:t>
            </a:r>
          </a:p>
        </p:txBody>
      </p:sp>
      <p:pic>
        <p:nvPicPr>
          <p:cNvPr id="4" name="Picture 3" descr="A close-up of a text&#10;&#10;AI-generated content may be incorrect.">
            <a:extLst>
              <a:ext uri="{FF2B5EF4-FFF2-40B4-BE49-F238E27FC236}">
                <a16:creationId xmlns:a16="http://schemas.microsoft.com/office/drawing/2014/main" id="{CC8059BB-E804-537F-DE23-0B1994D03271}"/>
              </a:ext>
            </a:extLst>
          </p:cNvPr>
          <p:cNvPicPr>
            <a:picLocks noChangeAspect="1"/>
          </p:cNvPicPr>
          <p:nvPr/>
        </p:nvPicPr>
        <p:blipFill>
          <a:blip r:embed="rId2"/>
          <a:stretch>
            <a:fillRect/>
          </a:stretch>
        </p:blipFill>
        <p:spPr>
          <a:xfrm>
            <a:off x="0" y="4297928"/>
            <a:ext cx="9144000" cy="844746"/>
          </a:xfrm>
          <a:prstGeom prst="rect">
            <a:avLst/>
          </a:prstGeom>
        </p:spPr>
      </p:pic>
      <p:pic>
        <p:nvPicPr>
          <p:cNvPr id="5" name="Picture 4" descr="A screen shot of a computer program&#10;&#10;AI-generated content may be incorrect.">
            <a:extLst>
              <a:ext uri="{FF2B5EF4-FFF2-40B4-BE49-F238E27FC236}">
                <a16:creationId xmlns:a16="http://schemas.microsoft.com/office/drawing/2014/main" id="{DAB3221A-D3B3-B1F1-2B30-05695CE7E95E}"/>
              </a:ext>
            </a:extLst>
          </p:cNvPr>
          <p:cNvPicPr>
            <a:picLocks noChangeAspect="1"/>
          </p:cNvPicPr>
          <p:nvPr/>
        </p:nvPicPr>
        <p:blipFill>
          <a:blip r:embed="rId3"/>
          <a:stretch>
            <a:fillRect/>
          </a:stretch>
        </p:blipFill>
        <p:spPr>
          <a:xfrm>
            <a:off x="5570196" y="-2472"/>
            <a:ext cx="3573925" cy="1205817"/>
          </a:xfrm>
          <a:prstGeom prst="rect">
            <a:avLst/>
          </a:prstGeom>
        </p:spPr>
      </p:pic>
      <p:pic>
        <p:nvPicPr>
          <p:cNvPr id="6" name="Picture 5" descr="A graph of different colored lines&#10;&#10;AI-generated content may be incorrect.">
            <a:extLst>
              <a:ext uri="{FF2B5EF4-FFF2-40B4-BE49-F238E27FC236}">
                <a16:creationId xmlns:a16="http://schemas.microsoft.com/office/drawing/2014/main" id="{7D0EF9F0-EFDE-C808-3D04-112B4E5A9D75}"/>
              </a:ext>
            </a:extLst>
          </p:cNvPr>
          <p:cNvPicPr>
            <a:picLocks noChangeAspect="1"/>
          </p:cNvPicPr>
          <p:nvPr/>
        </p:nvPicPr>
        <p:blipFill>
          <a:blip r:embed="rId4"/>
          <a:stretch>
            <a:fillRect/>
          </a:stretch>
        </p:blipFill>
        <p:spPr>
          <a:xfrm>
            <a:off x="2012780" y="1182407"/>
            <a:ext cx="3555859" cy="3114694"/>
          </a:xfrm>
          <a:prstGeom prst="rect">
            <a:avLst/>
          </a:prstGeom>
        </p:spPr>
      </p:pic>
      <p:pic>
        <p:nvPicPr>
          <p:cNvPr id="7" name="Picture 6">
            <a:extLst>
              <a:ext uri="{FF2B5EF4-FFF2-40B4-BE49-F238E27FC236}">
                <a16:creationId xmlns:a16="http://schemas.microsoft.com/office/drawing/2014/main" id="{83B088A8-71C6-4E62-A0A6-5D8174C49351}"/>
              </a:ext>
            </a:extLst>
          </p:cNvPr>
          <p:cNvPicPr>
            <a:picLocks noChangeAspect="1"/>
          </p:cNvPicPr>
          <p:nvPr/>
        </p:nvPicPr>
        <p:blipFill>
          <a:blip r:embed="rId5"/>
          <a:stretch>
            <a:fillRect/>
          </a:stretch>
        </p:blipFill>
        <p:spPr>
          <a:xfrm>
            <a:off x="5573446" y="1180599"/>
            <a:ext cx="3569232" cy="3113172"/>
          </a:xfrm>
          <a:prstGeom prst="rect">
            <a:avLst/>
          </a:prstGeom>
        </p:spPr>
      </p:pic>
    </p:spTree>
    <p:extLst>
      <p:ext uri="{BB962C8B-B14F-4D97-AF65-F5344CB8AC3E}">
        <p14:creationId xmlns:p14="http://schemas.microsoft.com/office/powerpoint/2010/main" val="2913870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diagram of a data flow&#10;&#10;AI-generated content may be incorrect.">
            <a:extLst>
              <a:ext uri="{FF2B5EF4-FFF2-40B4-BE49-F238E27FC236}">
                <a16:creationId xmlns:a16="http://schemas.microsoft.com/office/drawing/2014/main" id="{4CEECE4E-EF02-AFF3-1F6F-C2BA3CEB2C08}"/>
              </a:ext>
            </a:extLst>
          </p:cNvPr>
          <p:cNvPicPr>
            <a:picLocks noChangeAspect="1"/>
          </p:cNvPicPr>
          <p:nvPr/>
        </p:nvPicPr>
        <p:blipFill>
          <a:blip r:embed="rId2"/>
          <a:stretch>
            <a:fillRect/>
          </a:stretch>
        </p:blipFill>
        <p:spPr>
          <a:xfrm>
            <a:off x="635496" y="-29066"/>
            <a:ext cx="7877669" cy="5146780"/>
          </a:xfrm>
          <a:prstGeom prst="rect">
            <a:avLst/>
          </a:prstGeom>
        </p:spPr>
      </p:pic>
    </p:spTree>
    <p:extLst>
      <p:ext uri="{BB962C8B-B14F-4D97-AF65-F5344CB8AC3E}">
        <p14:creationId xmlns:p14="http://schemas.microsoft.com/office/powerpoint/2010/main" val="22172224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diagram of a display&#10;&#10;AI-generated content may be incorrect.">
            <a:extLst>
              <a:ext uri="{FF2B5EF4-FFF2-40B4-BE49-F238E27FC236}">
                <a16:creationId xmlns:a16="http://schemas.microsoft.com/office/drawing/2014/main" id="{74C11098-8586-60D8-F391-9D094E2DB7D7}"/>
              </a:ext>
            </a:extLst>
          </p:cNvPr>
          <p:cNvPicPr>
            <a:picLocks noChangeAspect="1"/>
          </p:cNvPicPr>
          <p:nvPr/>
        </p:nvPicPr>
        <p:blipFill>
          <a:blip r:embed="rId2"/>
          <a:stretch>
            <a:fillRect/>
          </a:stretch>
        </p:blipFill>
        <p:spPr>
          <a:xfrm>
            <a:off x="1173616" y="25514"/>
            <a:ext cx="6827384" cy="5117986"/>
          </a:xfrm>
          <a:prstGeom prst="rect">
            <a:avLst/>
          </a:prstGeom>
        </p:spPr>
      </p:pic>
    </p:spTree>
    <p:extLst>
      <p:ext uri="{BB962C8B-B14F-4D97-AF65-F5344CB8AC3E}">
        <p14:creationId xmlns:p14="http://schemas.microsoft.com/office/powerpoint/2010/main" val="11243201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A diagram of a function&#10;&#10;AI-generated content may be incorrect.">
            <a:extLst>
              <a:ext uri="{FF2B5EF4-FFF2-40B4-BE49-F238E27FC236}">
                <a16:creationId xmlns:a16="http://schemas.microsoft.com/office/drawing/2014/main" id="{D9ABF81B-6F95-DF53-1144-C3018716FEE9}"/>
              </a:ext>
            </a:extLst>
          </p:cNvPr>
          <p:cNvPicPr>
            <a:picLocks noChangeAspect="1"/>
          </p:cNvPicPr>
          <p:nvPr/>
        </p:nvPicPr>
        <p:blipFill>
          <a:blip r:embed="rId2"/>
          <a:srcRect l="302" r="-151"/>
          <a:stretch>
            <a:fillRect/>
          </a:stretch>
        </p:blipFill>
        <p:spPr>
          <a:xfrm>
            <a:off x="4131188" y="0"/>
            <a:ext cx="4795311" cy="5143500"/>
          </a:xfrm>
          <a:prstGeom prst="rect">
            <a:avLst/>
          </a:prstGeom>
        </p:spPr>
      </p:pic>
      <p:sp>
        <p:nvSpPr>
          <p:cNvPr id="10" name="TextBox 9">
            <a:extLst>
              <a:ext uri="{FF2B5EF4-FFF2-40B4-BE49-F238E27FC236}">
                <a16:creationId xmlns:a16="http://schemas.microsoft.com/office/drawing/2014/main" id="{417ED0BA-9B01-2A21-7D8D-8482F9BF771C}"/>
              </a:ext>
            </a:extLst>
          </p:cNvPr>
          <p:cNvSpPr txBox="1"/>
          <p:nvPr/>
        </p:nvSpPr>
        <p:spPr>
          <a:xfrm>
            <a:off x="354474" y="296601"/>
            <a:ext cx="365325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00"/>
              <a:t>Relative Density Implementation</a:t>
            </a:r>
          </a:p>
        </p:txBody>
      </p:sp>
      <p:sp>
        <p:nvSpPr>
          <p:cNvPr id="12" name="TextBox 11">
            <a:extLst>
              <a:ext uri="{FF2B5EF4-FFF2-40B4-BE49-F238E27FC236}">
                <a16:creationId xmlns:a16="http://schemas.microsoft.com/office/drawing/2014/main" id="{EF74839E-AD6F-3FA6-B499-6723719878F8}"/>
              </a:ext>
            </a:extLst>
          </p:cNvPr>
          <p:cNvSpPr txBox="1"/>
          <p:nvPr/>
        </p:nvSpPr>
        <p:spPr>
          <a:xfrm>
            <a:off x="354474" y="882570"/>
            <a:ext cx="3609854" cy="39703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Char char="•"/>
            </a:pPr>
            <a:r>
              <a:rPr lang="en-US" err="1"/>
              <a:t>AlbatalDensity</a:t>
            </a:r>
            <a:r>
              <a:rPr lang="en-US"/>
              <a:t> and </a:t>
            </a:r>
            <a:r>
              <a:rPr lang="en-US" err="1"/>
              <a:t>WhiteDensity</a:t>
            </a:r>
            <a:r>
              <a:rPr lang="en-US"/>
              <a:t> implement the two eponymous relative density formulas.</a:t>
            </a:r>
          </a:p>
          <a:p>
            <a:endParaRPr lang="en-US"/>
          </a:p>
          <a:p>
            <a:pPr marL="285750" indent="-285750">
              <a:buChar char="•"/>
            </a:pPr>
            <a:r>
              <a:rPr lang="en-US"/>
              <a:t>The </a:t>
            </a:r>
            <a:r>
              <a:rPr lang="en-US" err="1"/>
              <a:t>Albatal</a:t>
            </a:r>
            <a:r>
              <a:rPr lang="en-US"/>
              <a:t> formula is much simpler, easier to implement</a:t>
            </a:r>
          </a:p>
          <a:p>
            <a:endParaRPr lang="en-US"/>
          </a:p>
          <a:p>
            <a:pPr marL="285750" indent="-285750">
              <a:buChar char="•"/>
            </a:pPr>
            <a:r>
              <a:rPr lang="en-US"/>
              <a:t>The White formula is significantly more complex and involved, took far more work to implement</a:t>
            </a:r>
          </a:p>
          <a:p>
            <a:endParaRPr lang="en-US"/>
          </a:p>
          <a:p>
            <a:pPr marL="285750" indent="-285750">
              <a:buChar char="•"/>
            </a:pPr>
            <a:r>
              <a:rPr lang="en-US" err="1"/>
              <a:t>calculate_relative_densities</a:t>
            </a:r>
            <a:r>
              <a:rPr lang="en-US"/>
              <a:t> returns a pair of floats, with the first float obtained through the usage of </a:t>
            </a:r>
            <a:r>
              <a:rPr lang="en-US" err="1"/>
              <a:t>AlbatalDensity</a:t>
            </a:r>
            <a:r>
              <a:rPr lang="en-US"/>
              <a:t>, and the second through </a:t>
            </a:r>
            <a:r>
              <a:rPr lang="en-US" err="1"/>
              <a:t>WhiteDensity</a:t>
            </a:r>
            <a:r>
              <a:rPr lang="en-US"/>
              <a:t>.</a:t>
            </a:r>
          </a:p>
          <a:p>
            <a:endParaRPr lang="en-US"/>
          </a:p>
          <a:p>
            <a:pPr marL="285750" indent="-285750">
              <a:buChar char="•"/>
            </a:pPr>
            <a:r>
              <a:rPr lang="en-US"/>
              <a:t>Main makes use of this pair of floats to pass to the required display functions</a:t>
            </a:r>
          </a:p>
        </p:txBody>
      </p:sp>
    </p:spTree>
    <p:extLst>
      <p:ext uri="{BB962C8B-B14F-4D97-AF65-F5344CB8AC3E}">
        <p14:creationId xmlns:p14="http://schemas.microsoft.com/office/powerpoint/2010/main" val="1008572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4D1F7F52-9DE9-4DB1-3747-15E79EF92C49}"/>
              </a:ext>
            </a:extLst>
          </p:cNvPr>
          <p:cNvSpPr txBox="1"/>
          <p:nvPr/>
        </p:nvSpPr>
        <p:spPr>
          <a:xfrm>
            <a:off x="354474" y="296601"/>
            <a:ext cx="365325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00"/>
              <a:t>Relative Density Implementation</a:t>
            </a:r>
          </a:p>
        </p:txBody>
      </p:sp>
      <p:pic>
        <p:nvPicPr>
          <p:cNvPr id="8" name="Picture 7" descr="A black background with yellow and orange text&#10;&#10;AI-generated content may be incorrect.">
            <a:extLst>
              <a:ext uri="{FF2B5EF4-FFF2-40B4-BE49-F238E27FC236}">
                <a16:creationId xmlns:a16="http://schemas.microsoft.com/office/drawing/2014/main" id="{1CA7889E-9C28-70FB-0D2B-26B3D16E46FB}"/>
              </a:ext>
            </a:extLst>
          </p:cNvPr>
          <p:cNvPicPr>
            <a:picLocks noChangeAspect="1"/>
          </p:cNvPicPr>
          <p:nvPr/>
        </p:nvPicPr>
        <p:blipFill>
          <a:blip r:embed="rId2"/>
          <a:stretch>
            <a:fillRect/>
          </a:stretch>
        </p:blipFill>
        <p:spPr>
          <a:xfrm>
            <a:off x="355747" y="1415901"/>
            <a:ext cx="5262674" cy="657004"/>
          </a:xfrm>
          <a:prstGeom prst="rect">
            <a:avLst/>
          </a:prstGeom>
        </p:spPr>
      </p:pic>
      <p:pic>
        <p:nvPicPr>
          <p:cNvPr id="10" name="Picture 9" descr="A black background with colorful text&#10;&#10;AI-generated content may be incorrect.">
            <a:extLst>
              <a:ext uri="{FF2B5EF4-FFF2-40B4-BE49-F238E27FC236}">
                <a16:creationId xmlns:a16="http://schemas.microsoft.com/office/drawing/2014/main" id="{693155E0-88EB-53AB-8876-255C54A21252}"/>
              </a:ext>
            </a:extLst>
          </p:cNvPr>
          <p:cNvPicPr>
            <a:picLocks noChangeAspect="1"/>
          </p:cNvPicPr>
          <p:nvPr/>
        </p:nvPicPr>
        <p:blipFill>
          <a:blip r:embed="rId3"/>
          <a:stretch>
            <a:fillRect/>
          </a:stretch>
        </p:blipFill>
        <p:spPr>
          <a:xfrm>
            <a:off x="354418" y="2924840"/>
            <a:ext cx="4354919" cy="476694"/>
          </a:xfrm>
          <a:prstGeom prst="rect">
            <a:avLst/>
          </a:prstGeom>
        </p:spPr>
      </p:pic>
      <p:sp>
        <p:nvSpPr>
          <p:cNvPr id="11" name="TextBox 10">
            <a:extLst>
              <a:ext uri="{FF2B5EF4-FFF2-40B4-BE49-F238E27FC236}">
                <a16:creationId xmlns:a16="http://schemas.microsoft.com/office/drawing/2014/main" id="{BC72705F-CB18-78CD-7737-1CE3222E03E7}"/>
              </a:ext>
            </a:extLst>
          </p:cNvPr>
          <p:cNvSpPr txBox="1"/>
          <p:nvPr/>
        </p:nvSpPr>
        <p:spPr>
          <a:xfrm>
            <a:off x="354473" y="1047525"/>
            <a:ext cx="3653259"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err="1"/>
              <a:t>calculate_relative_densities</a:t>
            </a:r>
          </a:p>
        </p:txBody>
      </p:sp>
      <p:sp>
        <p:nvSpPr>
          <p:cNvPr id="12" name="TextBox 11">
            <a:extLst>
              <a:ext uri="{FF2B5EF4-FFF2-40B4-BE49-F238E27FC236}">
                <a16:creationId xmlns:a16="http://schemas.microsoft.com/office/drawing/2014/main" id="{8DA8AF1C-1DFD-5155-3A1C-BECFA8850011}"/>
              </a:ext>
            </a:extLst>
          </p:cNvPr>
          <p:cNvSpPr txBox="1"/>
          <p:nvPr/>
        </p:nvSpPr>
        <p:spPr>
          <a:xfrm>
            <a:off x="354472" y="2575955"/>
            <a:ext cx="4211468"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err="1"/>
              <a:t>calculate_relative_densities</a:t>
            </a:r>
            <a:r>
              <a:rPr lang="en-US" sz="1600"/>
              <a:t> usage (main)</a:t>
            </a:r>
          </a:p>
        </p:txBody>
      </p:sp>
      <p:sp>
        <p:nvSpPr>
          <p:cNvPr id="13" name="TextBox 12">
            <a:extLst>
              <a:ext uri="{FF2B5EF4-FFF2-40B4-BE49-F238E27FC236}">
                <a16:creationId xmlns:a16="http://schemas.microsoft.com/office/drawing/2014/main" id="{6CFEC1C1-91FF-F1D0-32D1-E70611CFECE3}"/>
              </a:ext>
            </a:extLst>
          </p:cNvPr>
          <p:cNvSpPr txBox="1"/>
          <p:nvPr/>
        </p:nvSpPr>
        <p:spPr>
          <a:xfrm>
            <a:off x="4793564" y="2928158"/>
            <a:ext cx="4211468"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t>*we only want to calculate relative densities if the soil we are looking at is a sand</a:t>
            </a:r>
          </a:p>
        </p:txBody>
      </p:sp>
      <p:sp>
        <p:nvSpPr>
          <p:cNvPr id="14" name="TextBox 13">
            <a:extLst>
              <a:ext uri="{FF2B5EF4-FFF2-40B4-BE49-F238E27FC236}">
                <a16:creationId xmlns:a16="http://schemas.microsoft.com/office/drawing/2014/main" id="{1D183AC2-D224-4FD7-C893-A12F49E2307D}"/>
              </a:ext>
            </a:extLst>
          </p:cNvPr>
          <p:cNvSpPr txBox="1"/>
          <p:nvPr/>
        </p:nvSpPr>
        <p:spPr>
          <a:xfrm>
            <a:off x="354472" y="3902012"/>
            <a:ext cx="4211468"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err="1"/>
              <a:t>albatal_density</a:t>
            </a:r>
            <a:r>
              <a:rPr lang="en-US" sz="1600"/>
              <a:t> &amp; </a:t>
            </a:r>
            <a:r>
              <a:rPr lang="en-US" sz="1600" err="1"/>
              <a:t>white_density</a:t>
            </a:r>
            <a:r>
              <a:rPr lang="en-US" sz="1600"/>
              <a:t> are then passed to the necessary display functions in order to display the densities to the user</a:t>
            </a:r>
            <a:endParaRPr lang="en-US"/>
          </a:p>
        </p:txBody>
      </p:sp>
    </p:spTree>
    <p:extLst>
      <p:ext uri="{BB962C8B-B14F-4D97-AF65-F5344CB8AC3E}">
        <p14:creationId xmlns:p14="http://schemas.microsoft.com/office/powerpoint/2010/main" val="15040093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30"/>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
              <a:t>Implementation &amp; Testing</a:t>
            </a:r>
            <a:endParaRPr/>
          </a:p>
        </p:txBody>
      </p:sp>
      <p:sp>
        <p:nvSpPr>
          <p:cNvPr id="165" name="Google Shape;165;p30"/>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33547B-F452-5CCB-17B3-BFF22AB29DA3}"/>
              </a:ext>
            </a:extLst>
          </p:cNvPr>
          <p:cNvSpPr>
            <a:spLocks noGrp="1"/>
          </p:cNvSpPr>
          <p:nvPr>
            <p:ph type="title"/>
          </p:nvPr>
        </p:nvSpPr>
        <p:spPr/>
        <p:txBody>
          <a:bodyPr>
            <a:normAutofit fontScale="90000"/>
          </a:bodyPr>
          <a:lstStyle/>
          <a:p>
            <a:r>
              <a:rPr lang="en-US"/>
              <a:t>Relative Density Tests</a:t>
            </a:r>
            <a:br>
              <a:rPr lang="en-US"/>
            </a:br>
            <a:endParaRPr lang="en-US"/>
          </a:p>
        </p:txBody>
      </p:sp>
      <p:sp>
        <p:nvSpPr>
          <p:cNvPr id="3" name="Text Placeholder 2">
            <a:extLst>
              <a:ext uri="{FF2B5EF4-FFF2-40B4-BE49-F238E27FC236}">
                <a16:creationId xmlns:a16="http://schemas.microsoft.com/office/drawing/2014/main" id="{5E84BA5E-53CB-1647-669D-72318263CF4C}"/>
              </a:ext>
            </a:extLst>
          </p:cNvPr>
          <p:cNvSpPr>
            <a:spLocks noGrp="1"/>
          </p:cNvSpPr>
          <p:nvPr>
            <p:ph type="body" idx="1"/>
          </p:nvPr>
        </p:nvSpPr>
        <p:spPr>
          <a:xfrm>
            <a:off x="311700" y="1152475"/>
            <a:ext cx="3259669" cy="3416400"/>
          </a:xfrm>
        </p:spPr>
        <p:txBody>
          <a:bodyPr/>
          <a:lstStyle/>
          <a:p>
            <a:pPr marL="114300" indent="0" algn="ctr">
              <a:buNone/>
            </a:pPr>
            <a:r>
              <a:rPr lang="en-US" sz="1200">
                <a:solidFill>
                  <a:schemeClr val="tx1"/>
                </a:solidFill>
                <a:cs typeface="Times New Roman"/>
              </a:rPr>
              <a:t>Our current testing structure consists of two keys files: (verify.py) and (test.py)</a:t>
            </a:r>
            <a:endParaRPr lang="en-US">
              <a:solidFill>
                <a:schemeClr val="tx1"/>
              </a:solidFill>
            </a:endParaRPr>
          </a:p>
          <a:p>
            <a:pPr marL="114300" indent="0" algn="just">
              <a:lnSpc>
                <a:spcPct val="114999"/>
              </a:lnSpc>
              <a:buNone/>
            </a:pPr>
            <a:endParaRPr lang="en-US" sz="1200">
              <a:solidFill>
                <a:schemeClr val="tx1"/>
              </a:solidFill>
              <a:cs typeface="Times New Roman"/>
            </a:endParaRPr>
          </a:p>
          <a:p>
            <a:pPr marL="114300" indent="0" algn="ctr">
              <a:lnSpc>
                <a:spcPct val="114999"/>
              </a:lnSpc>
              <a:buNone/>
            </a:pPr>
            <a:r>
              <a:rPr lang="en-US" sz="1200" b="1">
                <a:solidFill>
                  <a:schemeClr val="tx1"/>
                </a:solidFill>
                <a:cs typeface="Times New Roman"/>
              </a:rPr>
              <a:t>verify.py</a:t>
            </a:r>
            <a:r>
              <a:rPr lang="en-US" sz="1200">
                <a:solidFill>
                  <a:schemeClr val="tx1"/>
                </a:solidFill>
                <a:cs typeface="Times New Roman"/>
              </a:rPr>
              <a:t> contains multiple small functions that check whether your computed results: </a:t>
            </a:r>
            <a:endParaRPr lang="en-US">
              <a:solidFill>
                <a:schemeClr val="tx1"/>
              </a:solidFill>
            </a:endParaRPr>
          </a:p>
          <a:p>
            <a:pPr marL="114300" indent="0" algn="ctr">
              <a:lnSpc>
                <a:spcPct val="114999"/>
              </a:lnSpc>
              <a:buNone/>
            </a:pPr>
            <a:r>
              <a:rPr lang="en-US" sz="1200">
                <a:solidFill>
                  <a:schemeClr val="tx1"/>
                </a:solidFill>
                <a:cs typeface="Times New Roman"/>
              </a:rPr>
              <a:t>(deceleration, velocity, depth, area, QSBC, pore pressure, densities, etc.) match the expected known-correct values.</a:t>
            </a:r>
            <a:endParaRPr lang="en-US">
              <a:solidFill>
                <a:schemeClr val="tx1"/>
              </a:solidFill>
            </a:endParaRPr>
          </a:p>
          <a:p>
            <a:pPr marL="114300" indent="0" algn="just">
              <a:lnSpc>
                <a:spcPct val="114999"/>
              </a:lnSpc>
              <a:buNone/>
            </a:pPr>
            <a:endParaRPr lang="en-US" sz="1200">
              <a:solidFill>
                <a:schemeClr val="tx1"/>
              </a:solidFill>
              <a:cs typeface="Times New Roman"/>
            </a:endParaRPr>
          </a:p>
          <a:p>
            <a:pPr marL="114300" indent="0" algn="ctr">
              <a:lnSpc>
                <a:spcPct val="114999"/>
              </a:lnSpc>
              <a:buNone/>
            </a:pPr>
            <a:r>
              <a:rPr lang="en-US" sz="1200" b="1">
                <a:solidFill>
                  <a:schemeClr val="tx1"/>
                </a:solidFill>
                <a:cs typeface="Times New Roman"/>
              </a:rPr>
              <a:t>test.py</a:t>
            </a:r>
            <a:r>
              <a:rPr lang="en-US" sz="1200">
                <a:solidFill>
                  <a:schemeClr val="tx1"/>
                </a:solidFill>
                <a:cs typeface="Times New Roman"/>
              </a:rPr>
              <a:t> just runs the full pipeline, it loads the data, computes the peak, and then computes all the outputs the values and then calls the verify functions from verify.py one by one.</a:t>
            </a:r>
            <a:endParaRPr lang="en-US">
              <a:solidFill>
                <a:schemeClr val="tx1"/>
              </a:solidFill>
            </a:endParaRPr>
          </a:p>
          <a:p>
            <a:pPr>
              <a:lnSpc>
                <a:spcPct val="114999"/>
              </a:lnSpc>
            </a:pPr>
            <a:endParaRPr lang="en-US">
              <a:solidFill>
                <a:schemeClr val="tx1"/>
              </a:solidFill>
            </a:endParaRPr>
          </a:p>
        </p:txBody>
      </p:sp>
      <p:pic>
        <p:nvPicPr>
          <p:cNvPr id="4" name="Picture 3" descr="A screen shot of a computer code&#10;&#10;AI-generated content may be incorrect.">
            <a:extLst>
              <a:ext uri="{FF2B5EF4-FFF2-40B4-BE49-F238E27FC236}">
                <a16:creationId xmlns:a16="http://schemas.microsoft.com/office/drawing/2014/main" id="{29411533-84B8-022D-0E1A-B4F21BC5F669}"/>
              </a:ext>
            </a:extLst>
          </p:cNvPr>
          <p:cNvPicPr>
            <a:picLocks noChangeAspect="1"/>
          </p:cNvPicPr>
          <p:nvPr/>
        </p:nvPicPr>
        <p:blipFill>
          <a:blip r:embed="rId2"/>
          <a:stretch>
            <a:fillRect/>
          </a:stretch>
        </p:blipFill>
        <p:spPr>
          <a:xfrm>
            <a:off x="3770663" y="1012928"/>
            <a:ext cx="5061363" cy="2635209"/>
          </a:xfrm>
          <a:prstGeom prst="rect">
            <a:avLst/>
          </a:prstGeom>
        </p:spPr>
      </p:pic>
      <p:pic>
        <p:nvPicPr>
          <p:cNvPr id="5" name="Picture 4">
            <a:extLst>
              <a:ext uri="{FF2B5EF4-FFF2-40B4-BE49-F238E27FC236}">
                <a16:creationId xmlns:a16="http://schemas.microsoft.com/office/drawing/2014/main" id="{6405475D-A10A-32EB-CBA7-59F1A8B491E9}"/>
              </a:ext>
            </a:extLst>
          </p:cNvPr>
          <p:cNvPicPr>
            <a:picLocks noChangeAspect="1"/>
          </p:cNvPicPr>
          <p:nvPr/>
        </p:nvPicPr>
        <p:blipFill>
          <a:blip r:embed="rId3"/>
          <a:stretch>
            <a:fillRect/>
          </a:stretch>
        </p:blipFill>
        <p:spPr>
          <a:xfrm>
            <a:off x="3771591" y="3569277"/>
            <a:ext cx="5059507" cy="914400"/>
          </a:xfrm>
          <a:prstGeom prst="rect">
            <a:avLst/>
          </a:prstGeom>
        </p:spPr>
      </p:pic>
    </p:spTree>
    <p:extLst>
      <p:ext uri="{BB962C8B-B14F-4D97-AF65-F5344CB8AC3E}">
        <p14:creationId xmlns:p14="http://schemas.microsoft.com/office/powerpoint/2010/main" val="882092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3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Tools</a:t>
            </a:r>
            <a:endParaRPr/>
          </a:p>
        </p:txBody>
      </p:sp>
      <p:sp>
        <p:nvSpPr>
          <p:cNvPr id="171" name="Google Shape;171;p31"/>
          <p:cNvSpPr txBox="1">
            <a:spLocks noGrp="1"/>
          </p:cNvSpPr>
          <p:nvPr>
            <p:ph type="body" idx="1"/>
          </p:nvPr>
        </p:nvSpPr>
        <p:spPr>
          <a:xfrm>
            <a:off x="311700" y="1160275"/>
            <a:ext cx="42603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US">
                <a:solidFill>
                  <a:schemeClr val="tx1"/>
                </a:solidFill>
              </a:rPr>
              <a:t>Using Python 3.10.x or newer</a:t>
            </a:r>
          </a:p>
          <a:p>
            <a:pPr marL="0" lvl="0" indent="0" algn="l" rtl="0">
              <a:spcBef>
                <a:spcPts val="1200"/>
              </a:spcBef>
              <a:spcAft>
                <a:spcPts val="0"/>
              </a:spcAft>
              <a:buNone/>
            </a:pPr>
            <a:r>
              <a:rPr lang="en-US">
                <a:solidFill>
                  <a:schemeClr val="tx1"/>
                </a:solidFill>
              </a:rPr>
              <a:t>Python Packages:</a:t>
            </a:r>
          </a:p>
          <a:p>
            <a:pPr marL="457200" lvl="0" indent="-342900" algn="l" rtl="0">
              <a:spcBef>
                <a:spcPts val="1200"/>
              </a:spcBef>
              <a:spcAft>
                <a:spcPts val="0"/>
              </a:spcAft>
              <a:buSzPts val="1800"/>
              <a:buChar char="-"/>
            </a:pPr>
            <a:r>
              <a:rPr lang="en-US" b="1">
                <a:solidFill>
                  <a:schemeClr val="tx1"/>
                </a:solidFill>
              </a:rPr>
              <a:t>Matplotlib</a:t>
            </a:r>
            <a:r>
              <a:rPr lang="en-US">
                <a:solidFill>
                  <a:schemeClr val="tx1"/>
                </a:solidFill>
              </a:rPr>
              <a:t>: Data Visualization</a:t>
            </a:r>
          </a:p>
          <a:p>
            <a:pPr marL="457200" lvl="0" indent="-342900" algn="l" rtl="0">
              <a:spcBef>
                <a:spcPts val="0"/>
              </a:spcBef>
              <a:spcAft>
                <a:spcPts val="0"/>
              </a:spcAft>
              <a:buSzPts val="1800"/>
              <a:buChar char="-"/>
            </a:pPr>
            <a:r>
              <a:rPr lang="en-US" b="1">
                <a:solidFill>
                  <a:schemeClr val="tx1"/>
                </a:solidFill>
              </a:rPr>
              <a:t>NumPy: </a:t>
            </a:r>
            <a:r>
              <a:rPr lang="en-US">
                <a:solidFill>
                  <a:schemeClr val="tx1"/>
                </a:solidFill>
              </a:rPr>
              <a:t>Efficient Computation</a:t>
            </a:r>
          </a:p>
          <a:p>
            <a:pPr marL="457200" lvl="0" indent="-342900" algn="l" rtl="0">
              <a:spcBef>
                <a:spcPts val="0"/>
              </a:spcBef>
              <a:spcAft>
                <a:spcPts val="0"/>
              </a:spcAft>
              <a:buSzPts val="1800"/>
              <a:buChar char="-"/>
            </a:pPr>
            <a:r>
              <a:rPr lang="en-US" b="1">
                <a:solidFill>
                  <a:schemeClr val="tx1"/>
                </a:solidFill>
              </a:rPr>
              <a:t>SciPy: </a:t>
            </a:r>
            <a:r>
              <a:rPr lang="en-US">
                <a:solidFill>
                  <a:schemeClr val="tx1"/>
                </a:solidFill>
              </a:rPr>
              <a:t>Scientific Computing Tools</a:t>
            </a:r>
          </a:p>
          <a:p>
            <a:pPr marL="457200" lvl="0" indent="-342900" algn="l" rtl="0">
              <a:spcBef>
                <a:spcPts val="0"/>
              </a:spcBef>
              <a:spcAft>
                <a:spcPts val="0"/>
              </a:spcAft>
              <a:buSzPts val="1800"/>
              <a:buChar char="-"/>
            </a:pPr>
            <a:r>
              <a:rPr lang="en-US" b="1" err="1">
                <a:solidFill>
                  <a:schemeClr val="tx1"/>
                </a:solidFill>
              </a:rPr>
              <a:t>Tkinter</a:t>
            </a:r>
            <a:r>
              <a:rPr lang="en-US">
                <a:solidFill>
                  <a:schemeClr val="tx1"/>
                </a:solidFill>
              </a:rPr>
              <a:t>: GUI Framework</a:t>
            </a:r>
          </a:p>
          <a:p>
            <a:pPr marL="457200" lvl="0" indent="-342900" algn="l" rtl="0">
              <a:spcBef>
                <a:spcPts val="0"/>
              </a:spcBef>
              <a:spcAft>
                <a:spcPts val="0"/>
              </a:spcAft>
              <a:buSzPts val="1800"/>
              <a:buChar char="-"/>
            </a:pPr>
            <a:r>
              <a:rPr lang="en-US" b="1" err="1">
                <a:solidFill>
                  <a:schemeClr val="tx1"/>
                </a:solidFill>
              </a:rPr>
              <a:t>os</a:t>
            </a:r>
          </a:p>
          <a:p>
            <a:pPr marL="457200" lvl="0" indent="-342900" algn="l" rtl="0">
              <a:spcBef>
                <a:spcPts val="0"/>
              </a:spcBef>
              <a:spcAft>
                <a:spcPts val="0"/>
              </a:spcAft>
              <a:buSzPts val="1800"/>
              <a:buChar char="-"/>
            </a:pPr>
            <a:r>
              <a:rPr lang="en-US" b="1">
                <a:solidFill>
                  <a:schemeClr val="tx1"/>
                </a:solidFill>
              </a:rPr>
              <a:t>math</a:t>
            </a:r>
          </a:p>
          <a:p>
            <a:pPr marL="0" lvl="0" indent="0" algn="l" rtl="0">
              <a:spcBef>
                <a:spcPts val="1200"/>
              </a:spcBef>
              <a:spcAft>
                <a:spcPts val="1200"/>
              </a:spcAft>
              <a:buNone/>
            </a:pPr>
            <a:endParaRPr lang="en-US">
              <a:solidFill>
                <a:schemeClr val="tx1"/>
              </a:solidFill>
            </a:endParaRPr>
          </a:p>
        </p:txBody>
      </p:sp>
      <p:pic>
        <p:nvPicPr>
          <p:cNvPr id="172" name="Google Shape;172;p31" descr="File:Python.svg - Wikimedia Commons"/>
          <p:cNvPicPr preferRelativeResize="0"/>
          <p:nvPr/>
        </p:nvPicPr>
        <p:blipFill>
          <a:blip r:embed="rId3">
            <a:alphaModFix/>
          </a:blip>
          <a:stretch>
            <a:fillRect/>
          </a:stretch>
        </p:blipFill>
        <p:spPr>
          <a:xfrm>
            <a:off x="6637300" y="1719525"/>
            <a:ext cx="1704448" cy="1704448"/>
          </a:xfrm>
          <a:prstGeom prst="rect">
            <a:avLst/>
          </a:prstGeom>
          <a:noFill/>
          <a:ln>
            <a:noFill/>
          </a:ln>
        </p:spPr>
      </p:pic>
      <p:pic>
        <p:nvPicPr>
          <p:cNvPr id="173" name="Google Shape;173;p31" descr="File:NumPy logo 2020.svg - Wikipedia"/>
          <p:cNvPicPr preferRelativeResize="0"/>
          <p:nvPr/>
        </p:nvPicPr>
        <p:blipFill>
          <a:blip r:embed="rId4">
            <a:alphaModFix/>
          </a:blip>
          <a:stretch>
            <a:fillRect/>
          </a:stretch>
        </p:blipFill>
        <p:spPr>
          <a:xfrm>
            <a:off x="4415975" y="2992800"/>
            <a:ext cx="3249274" cy="1462200"/>
          </a:xfrm>
          <a:prstGeom prst="rect">
            <a:avLst/>
          </a:prstGeom>
          <a:noFill/>
          <a:ln>
            <a:noFill/>
          </a:ln>
        </p:spPr>
      </p:pic>
      <p:pic>
        <p:nvPicPr>
          <p:cNvPr id="174" name="Google Shape;174;p31"/>
          <p:cNvPicPr preferRelativeResize="0"/>
          <p:nvPr/>
        </p:nvPicPr>
        <p:blipFill>
          <a:blip r:embed="rId5">
            <a:alphaModFix/>
          </a:blip>
          <a:stretch>
            <a:fillRect/>
          </a:stretch>
        </p:blipFill>
        <p:spPr>
          <a:xfrm>
            <a:off x="6358446" y="974677"/>
            <a:ext cx="2590104" cy="518025"/>
          </a:xfrm>
          <a:prstGeom prst="rect">
            <a:avLst/>
          </a:prstGeom>
          <a:noFill/>
          <a:ln>
            <a:noFill/>
          </a:ln>
        </p:spPr>
      </p:pic>
      <p:pic>
        <p:nvPicPr>
          <p:cNvPr id="175" name="Google Shape;175;p31"/>
          <p:cNvPicPr preferRelativeResize="0"/>
          <p:nvPr/>
        </p:nvPicPr>
        <p:blipFill>
          <a:blip r:embed="rId6">
            <a:alphaModFix/>
          </a:blip>
          <a:stretch>
            <a:fillRect/>
          </a:stretch>
        </p:blipFill>
        <p:spPr>
          <a:xfrm>
            <a:off x="4010227" y="567334"/>
            <a:ext cx="2315000" cy="2550541"/>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3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Testing &amp; Result Validation</a:t>
            </a:r>
            <a:endParaRPr/>
          </a:p>
        </p:txBody>
      </p:sp>
      <p:sp>
        <p:nvSpPr>
          <p:cNvPr id="181" name="Google Shape;181;p32"/>
          <p:cNvSpPr txBox="1">
            <a:spLocks noGrp="1"/>
          </p:cNvSpPr>
          <p:nvPr>
            <p:ph type="body" idx="1"/>
          </p:nvPr>
        </p:nvSpPr>
        <p:spPr>
          <a:xfrm>
            <a:off x="311700" y="12218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US">
                <a:solidFill>
                  <a:schemeClr val="tx1"/>
                </a:solidFill>
              </a:rPr>
              <a:t>Conducted direct comparisons between MATLAB and Python implementations</a:t>
            </a:r>
          </a:p>
          <a:p>
            <a:pPr marL="914400" lvl="1" indent="-317500" algn="l" rtl="0">
              <a:spcBef>
                <a:spcPts val="0"/>
              </a:spcBef>
              <a:spcAft>
                <a:spcPts val="0"/>
              </a:spcAft>
              <a:buSzPts val="1400"/>
              <a:buChar char="-"/>
            </a:pPr>
            <a:r>
              <a:rPr lang="en-US">
                <a:solidFill>
                  <a:schemeClr val="tx1"/>
                </a:solidFill>
              </a:rPr>
              <a:t>Verified MATLAB workspace variables (1-based indexing) align with NumPy arrays (0-based indexing)</a:t>
            </a:r>
          </a:p>
          <a:p>
            <a:pPr marL="914400" lvl="1" indent="-317500" algn="l" rtl="0">
              <a:spcBef>
                <a:spcPts val="0"/>
              </a:spcBef>
              <a:spcAft>
                <a:spcPts val="0"/>
              </a:spcAft>
              <a:buSzPts val="1400"/>
              <a:buChar char="-"/>
            </a:pPr>
            <a:r>
              <a:rPr lang="en-US">
                <a:solidFill>
                  <a:schemeClr val="tx1"/>
                </a:solidFill>
              </a:rPr>
              <a:t>Ensured MATLAB plots closely resemble Matplotlib visualizations</a:t>
            </a:r>
          </a:p>
          <a:p>
            <a:pPr marL="457200" lvl="0" indent="-342900" algn="l" rtl="0">
              <a:spcBef>
                <a:spcPts val="0"/>
              </a:spcBef>
              <a:spcAft>
                <a:spcPts val="0"/>
              </a:spcAft>
              <a:buSzPts val="1800"/>
              <a:buChar char="-"/>
            </a:pPr>
            <a:r>
              <a:rPr lang="en-US">
                <a:solidFill>
                  <a:schemeClr val="tx1"/>
                </a:solidFill>
              </a:rPr>
              <a:t>Researched MATLAB and NumPy/SciPy documentation to confirm that functions had identical operations.</a:t>
            </a:r>
          </a:p>
          <a:p>
            <a:pPr marL="457200" lvl="0" indent="-342900" algn="l" rtl="0">
              <a:spcBef>
                <a:spcPts val="0"/>
              </a:spcBef>
              <a:spcAft>
                <a:spcPts val="0"/>
              </a:spcAft>
              <a:buSzPts val="1800"/>
              <a:buChar char="-"/>
            </a:pPr>
            <a:r>
              <a:rPr lang="en-US">
                <a:solidFill>
                  <a:schemeClr val="tx1"/>
                </a:solidFill>
              </a:rPr>
              <a:t>Validated that array outputs are numerically identical between the two platforms</a:t>
            </a:r>
          </a:p>
          <a:p>
            <a:pPr marL="457200" lvl="0" indent="-342900" algn="l" rtl="0">
              <a:spcBef>
                <a:spcPts val="0"/>
              </a:spcBef>
              <a:spcAft>
                <a:spcPts val="0"/>
              </a:spcAft>
              <a:buSzPts val="1800"/>
              <a:buChar char="-"/>
            </a:pPr>
            <a:r>
              <a:rPr lang="en-US">
                <a:solidFill>
                  <a:schemeClr val="tx1"/>
                </a:solidFill>
              </a:rPr>
              <a:t>Confirmed results directly with the project sponsor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33"/>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
              <a:t>Demo</a:t>
            </a:r>
            <a:endParaRPr/>
          </a:p>
        </p:txBody>
      </p:sp>
      <p:sp>
        <p:nvSpPr>
          <p:cNvPr id="187" name="Google Shape;187;p33"/>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file reader&#10;&#10;AI-generated content may be incorrect.">
            <a:extLst>
              <a:ext uri="{FF2B5EF4-FFF2-40B4-BE49-F238E27FC236}">
                <a16:creationId xmlns:a16="http://schemas.microsoft.com/office/drawing/2014/main" id="{52004F07-B602-2377-6207-A57E48123DA8}"/>
              </a:ext>
            </a:extLst>
          </p:cNvPr>
          <p:cNvPicPr>
            <a:picLocks noChangeAspect="1"/>
          </p:cNvPicPr>
          <p:nvPr/>
        </p:nvPicPr>
        <p:blipFill>
          <a:blip r:embed="rId2"/>
          <a:stretch>
            <a:fillRect/>
          </a:stretch>
        </p:blipFill>
        <p:spPr>
          <a:xfrm>
            <a:off x="-4763" y="1452563"/>
            <a:ext cx="4419601" cy="1876425"/>
          </a:xfrm>
          <a:prstGeom prst="rect">
            <a:avLst/>
          </a:prstGeom>
        </p:spPr>
      </p:pic>
      <p:pic>
        <p:nvPicPr>
          <p:cNvPr id="4" name="Picture 3" descr="A screenshot of a computer&#10;&#10;AI-generated content may be incorrect.">
            <a:extLst>
              <a:ext uri="{FF2B5EF4-FFF2-40B4-BE49-F238E27FC236}">
                <a16:creationId xmlns:a16="http://schemas.microsoft.com/office/drawing/2014/main" id="{5AFA8B21-E70F-01D3-C6F0-3BFB45AD0A89}"/>
              </a:ext>
            </a:extLst>
          </p:cNvPr>
          <p:cNvPicPr>
            <a:picLocks noChangeAspect="1"/>
          </p:cNvPicPr>
          <p:nvPr/>
        </p:nvPicPr>
        <p:blipFill>
          <a:blip r:embed="rId3"/>
          <a:stretch>
            <a:fillRect/>
          </a:stretch>
        </p:blipFill>
        <p:spPr>
          <a:xfrm>
            <a:off x="4416228" y="938213"/>
            <a:ext cx="4726381" cy="2900363"/>
          </a:xfrm>
          <a:prstGeom prst="rect">
            <a:avLst/>
          </a:prstGeom>
        </p:spPr>
      </p:pic>
    </p:spTree>
    <p:extLst>
      <p:ext uri="{BB962C8B-B14F-4D97-AF65-F5344CB8AC3E}">
        <p14:creationId xmlns:p14="http://schemas.microsoft.com/office/powerpoint/2010/main" val="12616913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893F025-DA75-93EF-33D3-22631E4AB671}"/>
              </a:ext>
            </a:extLst>
          </p:cNvPr>
          <p:cNvPicPr>
            <a:picLocks noChangeAspect="1"/>
          </p:cNvPicPr>
          <p:nvPr/>
        </p:nvPicPr>
        <p:blipFill>
          <a:blip r:embed="rId2"/>
          <a:stretch>
            <a:fillRect/>
          </a:stretch>
        </p:blipFill>
        <p:spPr>
          <a:xfrm>
            <a:off x="194553" y="0"/>
            <a:ext cx="8754894" cy="5143500"/>
          </a:xfrm>
          <a:prstGeom prst="rect">
            <a:avLst/>
          </a:prstGeom>
        </p:spPr>
      </p:pic>
    </p:spTree>
    <p:extLst>
      <p:ext uri="{BB962C8B-B14F-4D97-AF65-F5344CB8AC3E}">
        <p14:creationId xmlns:p14="http://schemas.microsoft.com/office/powerpoint/2010/main" val="6468493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creenshot of a computer&#10;&#10;AI-generated content may be incorrect.">
            <a:extLst>
              <a:ext uri="{FF2B5EF4-FFF2-40B4-BE49-F238E27FC236}">
                <a16:creationId xmlns:a16="http://schemas.microsoft.com/office/drawing/2014/main" id="{23EC58C2-9AA4-4C5E-72EB-0E10340B085A}"/>
              </a:ext>
            </a:extLst>
          </p:cNvPr>
          <p:cNvPicPr>
            <a:picLocks noChangeAspect="1"/>
          </p:cNvPicPr>
          <p:nvPr/>
        </p:nvPicPr>
        <p:blipFill>
          <a:blip r:embed="rId2"/>
          <a:stretch>
            <a:fillRect/>
          </a:stretch>
        </p:blipFill>
        <p:spPr>
          <a:xfrm>
            <a:off x="27075" y="1285875"/>
            <a:ext cx="4546426" cy="2571750"/>
          </a:xfrm>
          <a:prstGeom prst="rect">
            <a:avLst/>
          </a:prstGeom>
        </p:spPr>
      </p:pic>
      <p:pic>
        <p:nvPicPr>
          <p:cNvPr id="5" name="Picture 4" descr="A screenshot of a computer&#10;&#10;AI-generated content may be incorrect.">
            <a:extLst>
              <a:ext uri="{FF2B5EF4-FFF2-40B4-BE49-F238E27FC236}">
                <a16:creationId xmlns:a16="http://schemas.microsoft.com/office/drawing/2014/main" id="{46713BB5-971D-0786-3CCC-111AF06AA602}"/>
              </a:ext>
            </a:extLst>
          </p:cNvPr>
          <p:cNvPicPr>
            <a:picLocks noChangeAspect="1"/>
          </p:cNvPicPr>
          <p:nvPr/>
        </p:nvPicPr>
        <p:blipFill>
          <a:blip r:embed="rId3"/>
          <a:stretch>
            <a:fillRect/>
          </a:stretch>
        </p:blipFill>
        <p:spPr>
          <a:xfrm>
            <a:off x="4572000" y="1283752"/>
            <a:ext cx="4548188" cy="2571232"/>
          </a:xfrm>
          <a:prstGeom prst="rect">
            <a:avLst/>
          </a:prstGeom>
        </p:spPr>
      </p:pic>
    </p:spTree>
    <p:extLst>
      <p:ext uri="{BB962C8B-B14F-4D97-AF65-F5344CB8AC3E}">
        <p14:creationId xmlns:p14="http://schemas.microsoft.com/office/powerpoint/2010/main" val="13210914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3390B28-26BF-F5CB-E300-E73295336D5E}"/>
              </a:ext>
            </a:extLst>
          </p:cNvPr>
          <p:cNvPicPr>
            <a:picLocks noChangeAspect="1"/>
          </p:cNvPicPr>
          <p:nvPr/>
        </p:nvPicPr>
        <p:blipFill>
          <a:blip r:embed="rId2"/>
          <a:stretch>
            <a:fillRect/>
          </a:stretch>
        </p:blipFill>
        <p:spPr>
          <a:xfrm>
            <a:off x="194553" y="0"/>
            <a:ext cx="8754894" cy="5143500"/>
          </a:xfrm>
          <a:prstGeom prst="rect">
            <a:avLst/>
          </a:prstGeom>
        </p:spPr>
      </p:pic>
    </p:spTree>
    <p:extLst>
      <p:ext uri="{BB962C8B-B14F-4D97-AF65-F5344CB8AC3E}">
        <p14:creationId xmlns:p14="http://schemas.microsoft.com/office/powerpoint/2010/main" val="25230654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0BF2189-CE1E-7E19-45A9-71D0BE4118B2}"/>
              </a:ext>
            </a:extLst>
          </p:cNvPr>
          <p:cNvPicPr>
            <a:picLocks noChangeAspect="1"/>
          </p:cNvPicPr>
          <p:nvPr/>
        </p:nvPicPr>
        <p:blipFill>
          <a:blip r:embed="rId2"/>
          <a:stretch>
            <a:fillRect/>
          </a:stretch>
        </p:blipFill>
        <p:spPr>
          <a:xfrm>
            <a:off x="194553" y="0"/>
            <a:ext cx="8754894" cy="5143500"/>
          </a:xfrm>
          <a:prstGeom prst="rect">
            <a:avLst/>
          </a:prstGeom>
        </p:spPr>
      </p:pic>
    </p:spTree>
    <p:extLst>
      <p:ext uri="{BB962C8B-B14F-4D97-AF65-F5344CB8AC3E}">
        <p14:creationId xmlns:p14="http://schemas.microsoft.com/office/powerpoint/2010/main" val="141584978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18BB484-D3AA-6395-5490-C18B553215A2}"/>
              </a:ext>
            </a:extLst>
          </p:cNvPr>
          <p:cNvPicPr>
            <a:picLocks noChangeAspect="1"/>
          </p:cNvPicPr>
          <p:nvPr/>
        </p:nvPicPr>
        <p:blipFill>
          <a:blip r:embed="rId2"/>
          <a:stretch>
            <a:fillRect/>
          </a:stretch>
        </p:blipFill>
        <p:spPr>
          <a:xfrm>
            <a:off x="194553" y="0"/>
            <a:ext cx="8754894" cy="5143500"/>
          </a:xfrm>
          <a:prstGeom prst="rect">
            <a:avLst/>
          </a:prstGeom>
        </p:spPr>
      </p:pic>
    </p:spTree>
    <p:extLst>
      <p:ext uri="{BB962C8B-B14F-4D97-AF65-F5344CB8AC3E}">
        <p14:creationId xmlns:p14="http://schemas.microsoft.com/office/powerpoint/2010/main" val="41269022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729F74F-9E2D-7B6E-ED6C-56C24C51AB4A}"/>
              </a:ext>
            </a:extLst>
          </p:cNvPr>
          <p:cNvPicPr>
            <a:picLocks noChangeAspect="1"/>
          </p:cNvPicPr>
          <p:nvPr/>
        </p:nvPicPr>
        <p:blipFill>
          <a:blip r:embed="rId2"/>
          <a:stretch>
            <a:fillRect/>
          </a:stretch>
        </p:blipFill>
        <p:spPr>
          <a:xfrm>
            <a:off x="194553" y="0"/>
            <a:ext cx="8754894" cy="5143500"/>
          </a:xfrm>
          <a:prstGeom prst="rect">
            <a:avLst/>
          </a:prstGeom>
        </p:spPr>
      </p:pic>
    </p:spTree>
    <p:extLst>
      <p:ext uri="{BB962C8B-B14F-4D97-AF65-F5344CB8AC3E}">
        <p14:creationId xmlns:p14="http://schemas.microsoft.com/office/powerpoint/2010/main" val="14076317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1BFA34B-6B63-6A26-EA47-51B1B29C4E57}"/>
              </a:ext>
            </a:extLst>
          </p:cNvPr>
          <p:cNvPicPr>
            <a:picLocks noChangeAspect="1"/>
          </p:cNvPicPr>
          <p:nvPr/>
        </p:nvPicPr>
        <p:blipFill>
          <a:blip r:embed="rId2"/>
          <a:stretch>
            <a:fillRect/>
          </a:stretch>
        </p:blipFill>
        <p:spPr>
          <a:xfrm>
            <a:off x="194553" y="0"/>
            <a:ext cx="8754894" cy="5143500"/>
          </a:xfrm>
          <a:prstGeom prst="rect">
            <a:avLst/>
          </a:prstGeom>
        </p:spPr>
      </p:pic>
    </p:spTree>
    <p:extLst>
      <p:ext uri="{BB962C8B-B14F-4D97-AF65-F5344CB8AC3E}">
        <p14:creationId xmlns:p14="http://schemas.microsoft.com/office/powerpoint/2010/main" val="18012718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creenshot of a computer&#10;&#10;AI-generated content may be incorrect.">
            <a:extLst>
              <a:ext uri="{FF2B5EF4-FFF2-40B4-BE49-F238E27FC236}">
                <a16:creationId xmlns:a16="http://schemas.microsoft.com/office/drawing/2014/main" id="{B2C93CB9-903C-8F76-CD77-82A469897F79}"/>
              </a:ext>
            </a:extLst>
          </p:cNvPr>
          <p:cNvPicPr>
            <a:picLocks noChangeAspect="1"/>
          </p:cNvPicPr>
          <p:nvPr/>
        </p:nvPicPr>
        <p:blipFill>
          <a:blip r:embed="rId2"/>
          <a:stretch>
            <a:fillRect/>
          </a:stretch>
        </p:blipFill>
        <p:spPr>
          <a:xfrm>
            <a:off x="5191" y="1252538"/>
            <a:ext cx="4556857" cy="2638426"/>
          </a:xfrm>
          <a:prstGeom prst="rect">
            <a:avLst/>
          </a:prstGeom>
        </p:spPr>
      </p:pic>
      <p:pic>
        <p:nvPicPr>
          <p:cNvPr id="5" name="Picture 4" descr="A screenshot of a computer&#10;&#10;AI-generated content may be incorrect.">
            <a:extLst>
              <a:ext uri="{FF2B5EF4-FFF2-40B4-BE49-F238E27FC236}">
                <a16:creationId xmlns:a16="http://schemas.microsoft.com/office/drawing/2014/main" id="{43E41F86-9088-64BA-581D-0D042845F46F}"/>
              </a:ext>
            </a:extLst>
          </p:cNvPr>
          <p:cNvPicPr>
            <a:picLocks noChangeAspect="1"/>
          </p:cNvPicPr>
          <p:nvPr/>
        </p:nvPicPr>
        <p:blipFill>
          <a:blip r:embed="rId3"/>
          <a:stretch>
            <a:fillRect/>
          </a:stretch>
        </p:blipFill>
        <p:spPr>
          <a:xfrm>
            <a:off x="4564048" y="1262063"/>
            <a:ext cx="4578379" cy="2619375"/>
          </a:xfrm>
          <a:prstGeom prst="rect">
            <a:avLst/>
          </a:prstGeom>
        </p:spPr>
      </p:pic>
    </p:spTree>
    <p:extLst>
      <p:ext uri="{BB962C8B-B14F-4D97-AF65-F5344CB8AC3E}">
        <p14:creationId xmlns:p14="http://schemas.microsoft.com/office/powerpoint/2010/main" val="18206264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35"/>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
              <a:t>Evaluation and Conclusion</a:t>
            </a:r>
            <a:endParaRPr/>
          </a:p>
        </p:txBody>
      </p:sp>
      <p:sp>
        <p:nvSpPr>
          <p:cNvPr id="198" name="Google Shape;198;p35"/>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3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Evaluation</a:t>
            </a:r>
            <a:endParaRPr/>
          </a:p>
        </p:txBody>
      </p:sp>
      <p:sp>
        <p:nvSpPr>
          <p:cNvPr id="204" name="Google Shape;204;p3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lnSpc>
                <a:spcPct val="114999"/>
              </a:lnSpc>
              <a:spcBef>
                <a:spcPts val="0"/>
              </a:spcBef>
              <a:spcAft>
                <a:spcPts val="0"/>
              </a:spcAft>
              <a:buSzPts val="1800"/>
              <a:buChar char="●"/>
            </a:pPr>
            <a:r>
              <a:rPr lang="en-US">
                <a:solidFill>
                  <a:schemeClr val="tx1"/>
                </a:solidFill>
              </a:rPr>
              <a:t>We have met our semester one goal of completing our MVP</a:t>
            </a:r>
          </a:p>
          <a:p>
            <a:pPr marL="457200" lvl="0" indent="-342900" algn="l" rtl="0">
              <a:lnSpc>
                <a:spcPct val="114999"/>
              </a:lnSpc>
              <a:spcBef>
                <a:spcPts val="0"/>
              </a:spcBef>
              <a:spcAft>
                <a:spcPts val="0"/>
              </a:spcAft>
              <a:buSzPts val="1800"/>
              <a:buChar char="●"/>
            </a:pPr>
            <a:r>
              <a:rPr lang="en-US">
                <a:solidFill>
                  <a:schemeClr val="tx1"/>
                </a:solidFill>
              </a:rPr>
              <a:t>Vision</a:t>
            </a:r>
          </a:p>
          <a:p>
            <a:pPr lvl="1">
              <a:lnSpc>
                <a:spcPct val="114999"/>
              </a:lnSpc>
            </a:pPr>
            <a:r>
              <a:rPr lang="en-US">
                <a:solidFill>
                  <a:schemeClr val="tx1"/>
                </a:solidFill>
                <a:latin typeface="Aptos"/>
              </a:rPr>
              <a:t>Improve upon and add new features to the existing UI of the Free Fall Penetrometer Processing application.</a:t>
            </a:r>
          </a:p>
          <a:p>
            <a:pPr marL="457200" lvl="0" indent="-342900" algn="l" rtl="0">
              <a:lnSpc>
                <a:spcPct val="114999"/>
              </a:lnSpc>
              <a:spcBef>
                <a:spcPts val="0"/>
              </a:spcBef>
              <a:spcAft>
                <a:spcPts val="0"/>
              </a:spcAft>
              <a:buSzPts val="1800"/>
              <a:buChar char="●"/>
            </a:pPr>
            <a:r>
              <a:rPr lang="en-US">
                <a:solidFill>
                  <a:schemeClr val="tx1"/>
                </a:solidFill>
              </a:rPr>
              <a:t>Success Criteria</a:t>
            </a:r>
          </a:p>
          <a:p>
            <a:pPr lvl="1">
              <a:lnSpc>
                <a:spcPct val="114999"/>
              </a:lnSpc>
            </a:pPr>
            <a:r>
              <a:rPr lang="en-US">
                <a:solidFill>
                  <a:schemeClr val="tx1"/>
                </a:solidFill>
                <a:latin typeface="Aptos"/>
              </a:rPr>
              <a:t>Take input and accurately output the two relative density calculations</a:t>
            </a:r>
          </a:p>
          <a:p>
            <a:pPr lvl="1">
              <a:lnSpc>
                <a:spcPct val="114999"/>
              </a:lnSpc>
            </a:pPr>
            <a:r>
              <a:rPr lang="en-US">
                <a:solidFill>
                  <a:schemeClr val="tx1"/>
                </a:solidFill>
                <a:latin typeface="Aptos"/>
              </a:rPr>
              <a:t>Improve UI to ease navigation and use</a:t>
            </a:r>
          </a:p>
          <a:p>
            <a:pPr lvl="1">
              <a:lnSpc>
                <a:spcPct val="114999"/>
              </a:lnSpc>
            </a:pPr>
            <a:r>
              <a:rPr lang="en-US">
                <a:solidFill>
                  <a:schemeClr val="tx1"/>
                </a:solidFill>
                <a:latin typeface="Aptos"/>
              </a:rPr>
              <a:t>Use relative density calculations for soil classifications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3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Conclusion</a:t>
            </a:r>
            <a:endParaRPr/>
          </a:p>
        </p:txBody>
      </p:sp>
      <p:sp>
        <p:nvSpPr>
          <p:cNvPr id="210" name="Google Shape;210;p37"/>
          <p:cNvSpPr txBox="1">
            <a:spLocks noGrp="1"/>
          </p:cNvSpPr>
          <p:nvPr>
            <p:ph type="body" idx="1"/>
          </p:nvPr>
        </p:nvSpPr>
        <p:spPr>
          <a:xfrm>
            <a:off x="311700" y="1152475"/>
            <a:ext cx="8520600" cy="1920000"/>
          </a:xfrm>
          <a:prstGeom prst="rect">
            <a:avLst/>
          </a:prstGeom>
        </p:spPr>
        <p:txBody>
          <a:bodyPr spcFirstLastPara="1" wrap="square" lIns="91425" tIns="91425" rIns="91425" bIns="91425" anchor="t" anchorCtr="0">
            <a:normAutofit/>
          </a:bodyPr>
          <a:lstStyle/>
          <a:p>
            <a:r>
              <a:rPr lang="en-US">
                <a:solidFill>
                  <a:schemeClr val="tx1"/>
                </a:solidFill>
              </a:rPr>
              <a:t>We have a clear path to continue our work in the spring</a:t>
            </a:r>
          </a:p>
          <a:p>
            <a:pPr marL="914400" lvl="1" indent="-317500" algn="l" rtl="0">
              <a:spcBef>
                <a:spcPts val="0"/>
              </a:spcBef>
              <a:spcAft>
                <a:spcPts val="0"/>
              </a:spcAft>
              <a:buSzPts val="1400"/>
              <a:buChar char="○"/>
            </a:pPr>
            <a:r>
              <a:rPr lang="en-US">
                <a:solidFill>
                  <a:schemeClr val="tx1"/>
                </a:solidFill>
              </a:rPr>
              <a:t>Discussed with sponsor how we can maximize our value</a:t>
            </a:r>
          </a:p>
          <a:p>
            <a:pPr marL="457200" lvl="0" indent="-342900" algn="l" rtl="0">
              <a:spcBef>
                <a:spcPts val="0"/>
              </a:spcBef>
              <a:spcAft>
                <a:spcPts val="0"/>
              </a:spcAft>
              <a:buSzPts val="1800"/>
              <a:buChar char="●"/>
            </a:pPr>
            <a:r>
              <a:rPr lang="en-US">
                <a:solidFill>
                  <a:schemeClr val="tx1"/>
                </a:solidFill>
              </a:rPr>
              <a:t>We will accomplish this by:</a:t>
            </a:r>
          </a:p>
          <a:p>
            <a:pPr lvl="1"/>
            <a:r>
              <a:rPr lang="en-US">
                <a:solidFill>
                  <a:schemeClr val="tx1"/>
                </a:solidFill>
              </a:rPr>
              <a:t>Implementing friction angle calculation</a:t>
            </a:r>
          </a:p>
          <a:p>
            <a:pPr lvl="1">
              <a:lnSpc>
                <a:spcPct val="114999"/>
              </a:lnSpc>
            </a:pPr>
            <a:r>
              <a:rPr lang="en-US">
                <a:solidFill>
                  <a:schemeClr val="tx1"/>
                </a:solidFill>
              </a:rPr>
              <a:t>Adding pore pressure properties</a:t>
            </a:r>
          </a:p>
          <a:p>
            <a:pPr lvl="1">
              <a:lnSpc>
                <a:spcPct val="114999"/>
              </a:lnSpc>
            </a:pPr>
            <a:r>
              <a:rPr lang="en-US">
                <a:solidFill>
                  <a:schemeClr val="tx1"/>
                </a:solidFill>
              </a:rPr>
              <a:t>Allowing the user to input variables for use in relative density calculation</a:t>
            </a:r>
          </a:p>
          <a:p>
            <a:pPr lvl="1">
              <a:lnSpc>
                <a:spcPct val="114999"/>
              </a:lnSpc>
            </a:pPr>
            <a:endParaRPr lang="en-US">
              <a:solidFill>
                <a:schemeClr val="tx1"/>
              </a:solidFill>
            </a:endParaRPr>
          </a:p>
        </p:txBody>
      </p:sp>
      <p:pic>
        <p:nvPicPr>
          <p:cNvPr id="211" name="Google Shape;211;p37"/>
          <p:cNvPicPr preferRelativeResize="0"/>
          <p:nvPr/>
        </p:nvPicPr>
        <p:blipFill>
          <a:blip r:embed="rId3">
            <a:alphaModFix/>
          </a:blip>
          <a:srcRect t="42051"/>
          <a:stretch>
            <a:fillRect/>
          </a:stretch>
        </p:blipFill>
        <p:spPr>
          <a:xfrm>
            <a:off x="747129" y="3075114"/>
            <a:ext cx="7653640" cy="1023507"/>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38"/>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
              <a:t>Thank you!</a:t>
            </a:r>
            <a:endParaRPr/>
          </a:p>
        </p:txBody>
      </p:sp>
      <p:sp>
        <p:nvSpPr>
          <p:cNvPr id="217" name="Google Shape;217;p38"/>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a:t>Questions?</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08D50-F6E7-7AFF-7625-7144D500021E}"/>
              </a:ext>
            </a:extLst>
          </p:cNvPr>
          <p:cNvSpPr>
            <a:spLocks noGrp="1"/>
          </p:cNvSpPr>
          <p:nvPr>
            <p:ph type="title"/>
          </p:nvPr>
        </p:nvSpPr>
        <p:spPr>
          <a:xfrm>
            <a:off x="-2842" y="239767"/>
            <a:ext cx="9038760" cy="572700"/>
          </a:xfrm>
        </p:spPr>
        <p:txBody>
          <a:bodyPr>
            <a:normAutofit/>
          </a:bodyPr>
          <a:lstStyle/>
          <a:p>
            <a:r>
              <a:rPr lang="en-US" sz="2400"/>
              <a:t>Bonus! Relative Density Implementation – </a:t>
            </a:r>
            <a:r>
              <a:rPr lang="en-US" sz="2400" err="1"/>
              <a:t>WhiteDensity</a:t>
            </a:r>
            <a:r>
              <a:rPr lang="en-US" sz="2400"/>
              <a:t> "snippet"</a:t>
            </a:r>
          </a:p>
        </p:txBody>
      </p:sp>
      <p:pic>
        <p:nvPicPr>
          <p:cNvPr id="5" name="Picture 4" descr="A computer screen shot of a program code&#10;&#10;AI-generated content may be incorrect.">
            <a:extLst>
              <a:ext uri="{FF2B5EF4-FFF2-40B4-BE49-F238E27FC236}">
                <a16:creationId xmlns:a16="http://schemas.microsoft.com/office/drawing/2014/main" id="{48C8801A-0C8D-846B-A6C6-F0EDE4F03F96}"/>
              </a:ext>
            </a:extLst>
          </p:cNvPr>
          <p:cNvPicPr>
            <a:picLocks noChangeAspect="1"/>
          </p:cNvPicPr>
          <p:nvPr/>
        </p:nvPicPr>
        <p:blipFill>
          <a:blip r:embed="rId2"/>
          <a:stretch>
            <a:fillRect/>
          </a:stretch>
        </p:blipFill>
        <p:spPr>
          <a:xfrm>
            <a:off x="925" y="883436"/>
            <a:ext cx="9144000" cy="2737725"/>
          </a:xfrm>
          <a:prstGeom prst="rect">
            <a:avLst/>
          </a:prstGeom>
        </p:spPr>
      </p:pic>
      <p:pic>
        <p:nvPicPr>
          <p:cNvPr id="7" name="Picture 6" descr="A screen shot of a computer code&#10;&#10;AI-generated content may be incorrect.">
            <a:extLst>
              <a:ext uri="{FF2B5EF4-FFF2-40B4-BE49-F238E27FC236}">
                <a16:creationId xmlns:a16="http://schemas.microsoft.com/office/drawing/2014/main" id="{8C617348-B936-0E14-E9BC-485D107BD1D3}"/>
              </a:ext>
            </a:extLst>
          </p:cNvPr>
          <p:cNvPicPr>
            <a:picLocks noChangeAspect="1"/>
          </p:cNvPicPr>
          <p:nvPr/>
        </p:nvPicPr>
        <p:blipFill>
          <a:blip r:embed="rId3"/>
          <a:stretch>
            <a:fillRect/>
          </a:stretch>
        </p:blipFill>
        <p:spPr>
          <a:xfrm>
            <a:off x="4279583" y="2999423"/>
            <a:ext cx="4867275" cy="2146935"/>
          </a:xfrm>
          <a:prstGeom prst="rect">
            <a:avLst/>
          </a:prstGeom>
          <a:ln>
            <a:solidFill>
              <a:schemeClr val="bg1"/>
            </a:solidFill>
          </a:ln>
        </p:spPr>
      </p:pic>
    </p:spTree>
    <p:extLst>
      <p:ext uri="{BB962C8B-B14F-4D97-AF65-F5344CB8AC3E}">
        <p14:creationId xmlns:p14="http://schemas.microsoft.com/office/powerpoint/2010/main" val="980989191"/>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37</Slides>
  <Notes>21</Notes>
  <HiddenSlides>0</HiddenSlides>
  <ScaleCrop>false</ScaleCrop>
  <HeadingPairs>
    <vt:vector size="4" baseType="variant">
      <vt:variant>
        <vt:lpstr>Theme</vt:lpstr>
      </vt:variant>
      <vt:variant>
        <vt:i4>1</vt:i4>
      </vt:variant>
      <vt:variant>
        <vt:lpstr>Slide Titles</vt:lpstr>
      </vt:variant>
      <vt:variant>
        <vt:i4>37</vt:i4>
      </vt:variant>
    </vt:vector>
  </HeadingPairs>
  <TitlesOfParts>
    <vt:vector size="38" baseType="lpstr">
      <vt:lpstr>Simple Light</vt:lpstr>
      <vt:lpstr>UI for Free Fall Penetrometers</vt:lpstr>
      <vt:lpstr>Overview</vt:lpstr>
      <vt:lpstr>Why?</vt:lpstr>
      <vt:lpstr>Vision</vt:lpstr>
      <vt:lpstr>Success Criteria</vt:lpstr>
      <vt:lpstr>Stakeholders</vt:lpstr>
      <vt:lpstr>Requirements</vt:lpstr>
      <vt:lpstr>Requirements</vt:lpstr>
      <vt:lpstr>User Stories</vt:lpstr>
      <vt:lpstr>User Stories</vt:lpstr>
      <vt:lpstr>User Stories</vt:lpstr>
      <vt:lpstr>Design</vt:lpstr>
      <vt:lpstr>Architecture Diagram</vt:lpstr>
      <vt:lpstr>Architecture Improvements</vt:lpstr>
      <vt:lpstr>PowerPoint Presentation</vt:lpstr>
      <vt:lpstr>PowerPoint Presentation</vt:lpstr>
      <vt:lpstr>PowerPoint Presentation</vt:lpstr>
      <vt:lpstr>PowerPoint Presentation</vt:lpstr>
      <vt:lpstr>Implementation &amp; Testing</vt:lpstr>
      <vt:lpstr>Relative Density Tests </vt:lpstr>
      <vt:lpstr>Tools</vt:lpstr>
      <vt:lpstr>Testing &amp; Result Validation</vt:lpstr>
      <vt:lpstr>Demo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Evaluation and Conclusion</vt:lpstr>
      <vt:lpstr>Evaluation</vt:lpstr>
      <vt:lpstr>Conclusion</vt:lpstr>
      <vt:lpstr>Thank you!</vt:lpstr>
      <vt:lpstr>Bonus! Relative Density Implementation – WhiteDensity "snippet"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3</cp:revision>
  <dcterms:modified xsi:type="dcterms:W3CDTF">2025-12-14T02:52:08Z</dcterms:modified>
</cp:coreProperties>
</file>